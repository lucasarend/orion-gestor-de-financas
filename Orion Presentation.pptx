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presProps.xml" ContentType="application/vnd.openxmlformats-officedocument.presentationml.presPro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8.jpeg" ContentType="image/jpeg"/>
  <Override PartName="/ppt/media/image7.png" ContentType="image/png"/>
  <Override PartName="/ppt/media/image9.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Lst>
  <p:sldSz cx="18288000" cy="10287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16357623-2E09-413E-8E01-51EBDC8B7288}" type="slidenum">
              <a:t>&lt;#&gt;</a:t>
            </a:fld>
          </a:p>
        </p:txBody>
      </p:sp>
      <p:sp>
        <p:nvSpPr>
          <p:cNvPr id="4" name="PlaceHolder 3"/>
          <p:cNvSpPr>
            <a:spLocks noGrp="1"/>
          </p:cNvSpPr>
          <p:nvPr>
            <p:ph type="dt" idx="1"/>
          </p:nvPr>
        </p:nvSpPr>
        <p:spPr/>
        <p:txBody>
          <a:bodyPr/>
          <a:p>
            <a:r>
              <a:rPr lang="pt-B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6" name="PlaceHolder 2"/>
          <p:cNvSpPr>
            <a:spLocks noGrp="1"/>
          </p:cNvSpPr>
          <p:nvPr>
            <p:ph type="subTitle"/>
          </p:nvPr>
        </p:nvSpPr>
        <p:spPr>
          <a:xfrm>
            <a:off x="914400" y="2406960"/>
            <a:ext cx="16458840" cy="5965920"/>
          </a:xfrm>
          <a:prstGeom prst="rect">
            <a:avLst/>
          </a:prstGeom>
          <a:noFill/>
          <a:ln w="0">
            <a:noFill/>
          </a:ln>
        </p:spPr>
        <p:txBody>
          <a:bodyPr lIns="0" rIns="0" tIns="0" bIns="0" anchor="ctr">
            <a:noAutofit/>
          </a:bodyPr>
          <a:p>
            <a:pPr indent="0" algn="ctr">
              <a:buNone/>
            </a:pPr>
            <a:endParaRPr b="0" lang="pt-BR"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9997449A-2E30-4A42-8941-9B2B5A32763C}" type="slidenum">
              <a:t>&lt;#&gt;</a:t>
            </a:fld>
          </a:p>
        </p:txBody>
      </p:sp>
      <p:sp>
        <p:nvSpPr>
          <p:cNvPr id="6" name="PlaceHolder 5"/>
          <p:cNvSpPr>
            <a:spLocks noGrp="1"/>
          </p:cNvSpPr>
          <p:nvPr>
            <p:ph type="dt" idx="1"/>
          </p:nvPr>
        </p:nvSpPr>
        <p:spPr/>
        <p:txBody>
          <a:bodyPr/>
          <a:p>
            <a:r>
              <a:rPr lang="pt-B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8" name="PlaceHolder 2"/>
          <p:cNvSpPr>
            <a:spLocks noGrp="1"/>
          </p:cNvSpPr>
          <p:nvPr>
            <p:ph/>
          </p:nvPr>
        </p:nvSpPr>
        <p:spPr>
          <a:xfrm>
            <a:off x="914400" y="2406960"/>
            <a:ext cx="1645884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E6C53CE5-8B27-40FB-802A-ECE8E17D2463}" type="slidenum">
              <a:t>&lt;#&gt;</a:t>
            </a:fld>
          </a:p>
        </p:txBody>
      </p:sp>
      <p:sp>
        <p:nvSpPr>
          <p:cNvPr id="6" name="PlaceHolder 5"/>
          <p:cNvSpPr>
            <a:spLocks noGrp="1"/>
          </p:cNvSpPr>
          <p:nvPr>
            <p:ph type="dt" idx="1"/>
          </p:nvPr>
        </p:nvSpPr>
        <p:spPr/>
        <p:txBody>
          <a:bodyPr/>
          <a:p>
            <a:r>
              <a:rPr lang="pt-B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10" name="PlaceHolder 2"/>
          <p:cNvSpPr>
            <a:spLocks noGrp="1"/>
          </p:cNvSpPr>
          <p:nvPr>
            <p:ph/>
          </p:nvPr>
        </p:nvSpPr>
        <p:spPr>
          <a:xfrm>
            <a:off x="914400" y="2406960"/>
            <a:ext cx="803160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11" name="PlaceHolder 3"/>
          <p:cNvSpPr>
            <a:spLocks noGrp="1"/>
          </p:cNvSpPr>
          <p:nvPr>
            <p:ph/>
          </p:nvPr>
        </p:nvSpPr>
        <p:spPr>
          <a:xfrm>
            <a:off x="9348120" y="2406960"/>
            <a:ext cx="803160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42DA2149-3083-46A8-8AD7-FD63F38F5C13}" type="slidenum">
              <a:t>&lt;#&gt;</a:t>
            </a:fld>
          </a:p>
        </p:txBody>
      </p:sp>
      <p:sp>
        <p:nvSpPr>
          <p:cNvPr id="7" name="PlaceHolder 6"/>
          <p:cNvSpPr>
            <a:spLocks noGrp="1"/>
          </p:cNvSpPr>
          <p:nvPr>
            <p:ph type="dt" idx="1"/>
          </p:nvPr>
        </p:nvSpPr>
        <p:spPr/>
        <p:txBody>
          <a:bodyPr/>
          <a:p>
            <a:r>
              <a:rPr lang="pt-B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7D9F697-157B-4706-AC9B-5F0B8C3EA342}" type="slidenum">
              <a:t>&lt;#&gt;</a:t>
            </a:fld>
          </a:p>
        </p:txBody>
      </p:sp>
      <p:sp>
        <p:nvSpPr>
          <p:cNvPr id="5" name="PlaceHolder 4"/>
          <p:cNvSpPr>
            <a:spLocks noGrp="1"/>
          </p:cNvSpPr>
          <p:nvPr>
            <p:ph type="dt" idx="1"/>
          </p:nvPr>
        </p:nvSpPr>
        <p:spPr/>
        <p:txBody>
          <a:bodyPr/>
          <a:p>
            <a:r>
              <a:rPr lang="pt-B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914400" y="410400"/>
            <a:ext cx="16458840" cy="7962840"/>
          </a:xfrm>
          <a:prstGeom prst="rect">
            <a:avLst/>
          </a:prstGeom>
          <a:noFill/>
          <a:ln w="0">
            <a:noFill/>
          </a:ln>
        </p:spPr>
        <p:txBody>
          <a:bodyPr lIns="0" rIns="0" tIns="0" bIns="0" anchor="ctr">
            <a:noAutofit/>
          </a:bodyPr>
          <a:p>
            <a:pPr algn="ctr"/>
            <a:endParaRPr b="0" lang="pt-BR"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0445EB4B-4E01-47E8-9C95-05307E6AB564}" type="slidenum">
              <a:t>&lt;#&gt;</a:t>
            </a:fld>
          </a:p>
        </p:txBody>
      </p:sp>
      <p:sp>
        <p:nvSpPr>
          <p:cNvPr id="5" name="PlaceHolder 4"/>
          <p:cNvSpPr>
            <a:spLocks noGrp="1"/>
          </p:cNvSpPr>
          <p:nvPr>
            <p:ph type="dt" idx="1"/>
          </p:nvPr>
        </p:nvSpPr>
        <p:spPr/>
        <p:txBody>
          <a:bodyPr/>
          <a:p>
            <a:r>
              <a:rPr lang="pt-B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15" name="PlaceHolder 2"/>
          <p:cNvSpPr>
            <a:spLocks noGrp="1"/>
          </p:cNvSpPr>
          <p:nvPr>
            <p:ph/>
          </p:nvPr>
        </p:nvSpPr>
        <p:spPr>
          <a:xfrm>
            <a:off x="914400" y="2406960"/>
            <a:ext cx="8031600" cy="2845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16" name="PlaceHolder 3"/>
          <p:cNvSpPr>
            <a:spLocks noGrp="1"/>
          </p:cNvSpPr>
          <p:nvPr>
            <p:ph/>
          </p:nvPr>
        </p:nvSpPr>
        <p:spPr>
          <a:xfrm>
            <a:off x="9348120" y="2406960"/>
            <a:ext cx="803160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17" name="PlaceHolder 4"/>
          <p:cNvSpPr>
            <a:spLocks noGrp="1"/>
          </p:cNvSpPr>
          <p:nvPr>
            <p:ph/>
          </p:nvPr>
        </p:nvSpPr>
        <p:spPr>
          <a:xfrm>
            <a:off x="914400" y="5523120"/>
            <a:ext cx="8031600" cy="2845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520944D5-C456-4179-80A9-657B3EDE37C2}" type="slidenum">
              <a:t>&lt;#&gt;</a:t>
            </a:fld>
          </a:p>
        </p:txBody>
      </p:sp>
      <p:sp>
        <p:nvSpPr>
          <p:cNvPr id="8" name="PlaceHolder 7"/>
          <p:cNvSpPr>
            <a:spLocks noGrp="1"/>
          </p:cNvSpPr>
          <p:nvPr>
            <p:ph type="dt" idx="1"/>
          </p:nvPr>
        </p:nvSpPr>
        <p:spPr/>
        <p:txBody>
          <a:bodyPr/>
          <a:p>
            <a:r>
              <a:rPr lang="pt-B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19" name="PlaceHolder 2"/>
          <p:cNvSpPr>
            <a:spLocks noGrp="1"/>
          </p:cNvSpPr>
          <p:nvPr>
            <p:ph/>
          </p:nvPr>
        </p:nvSpPr>
        <p:spPr>
          <a:xfrm>
            <a:off x="914400" y="2406960"/>
            <a:ext cx="803160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20" name="PlaceHolder 3"/>
          <p:cNvSpPr>
            <a:spLocks noGrp="1"/>
          </p:cNvSpPr>
          <p:nvPr>
            <p:ph/>
          </p:nvPr>
        </p:nvSpPr>
        <p:spPr>
          <a:xfrm>
            <a:off x="9348120" y="2406960"/>
            <a:ext cx="8031600" cy="2845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21" name="PlaceHolder 4"/>
          <p:cNvSpPr>
            <a:spLocks noGrp="1"/>
          </p:cNvSpPr>
          <p:nvPr>
            <p:ph/>
          </p:nvPr>
        </p:nvSpPr>
        <p:spPr>
          <a:xfrm>
            <a:off x="9348120" y="5523120"/>
            <a:ext cx="8031600" cy="2845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0A61206-4A77-4B34-8AAF-34A89C4835F9}" type="slidenum">
              <a:t>&lt;#&gt;</a:t>
            </a:fld>
          </a:p>
        </p:txBody>
      </p:sp>
      <p:sp>
        <p:nvSpPr>
          <p:cNvPr id="8" name="PlaceHolder 7"/>
          <p:cNvSpPr>
            <a:spLocks noGrp="1"/>
          </p:cNvSpPr>
          <p:nvPr>
            <p:ph type="dt" idx="1"/>
          </p:nvPr>
        </p:nvSpPr>
        <p:spPr/>
        <p:txBody>
          <a:bodyPr/>
          <a:p>
            <a:r>
              <a:rPr lang="pt-B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23" name="PlaceHolder 2"/>
          <p:cNvSpPr>
            <a:spLocks noGrp="1"/>
          </p:cNvSpPr>
          <p:nvPr>
            <p:ph/>
          </p:nvPr>
        </p:nvSpPr>
        <p:spPr>
          <a:xfrm>
            <a:off x="914400" y="2406960"/>
            <a:ext cx="8031600" cy="2845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24" name="PlaceHolder 3"/>
          <p:cNvSpPr>
            <a:spLocks noGrp="1"/>
          </p:cNvSpPr>
          <p:nvPr>
            <p:ph/>
          </p:nvPr>
        </p:nvSpPr>
        <p:spPr>
          <a:xfrm>
            <a:off x="9348120" y="2406960"/>
            <a:ext cx="8031600" cy="2845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25" name="PlaceHolder 4"/>
          <p:cNvSpPr>
            <a:spLocks noGrp="1"/>
          </p:cNvSpPr>
          <p:nvPr>
            <p:ph/>
          </p:nvPr>
        </p:nvSpPr>
        <p:spPr>
          <a:xfrm>
            <a:off x="914400" y="5523120"/>
            <a:ext cx="16458840" cy="2845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E8389866-2A22-41B0-A826-10206DF50BA7}" type="slidenum">
              <a:t>&lt;#&gt;</a:t>
            </a:fld>
          </a:p>
        </p:txBody>
      </p:sp>
      <p:sp>
        <p:nvSpPr>
          <p:cNvPr id="8" name="PlaceHolder 7"/>
          <p:cNvSpPr>
            <a:spLocks noGrp="1"/>
          </p:cNvSpPr>
          <p:nvPr>
            <p:ph type="dt" idx="1"/>
          </p:nvPr>
        </p:nvSpPr>
        <p:spPr/>
        <p:txBody>
          <a:bodyPr/>
          <a:p>
            <a:r>
              <a:rPr lang="pt-B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27" name="PlaceHolder 2"/>
          <p:cNvSpPr>
            <a:spLocks noGrp="1"/>
          </p:cNvSpPr>
          <p:nvPr>
            <p:ph/>
          </p:nvPr>
        </p:nvSpPr>
        <p:spPr>
          <a:xfrm>
            <a:off x="914400" y="2406960"/>
            <a:ext cx="16458840" cy="2845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28" name="PlaceHolder 3"/>
          <p:cNvSpPr>
            <a:spLocks noGrp="1"/>
          </p:cNvSpPr>
          <p:nvPr>
            <p:ph/>
          </p:nvPr>
        </p:nvSpPr>
        <p:spPr>
          <a:xfrm>
            <a:off x="914400" y="5523120"/>
            <a:ext cx="16458840" cy="2845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98184E99-A1FC-4221-BB54-B662BC7D0CDA}" type="slidenum">
              <a:t>&lt;#&gt;</a:t>
            </a:fld>
          </a:p>
        </p:txBody>
      </p:sp>
      <p:sp>
        <p:nvSpPr>
          <p:cNvPr id="7" name="PlaceHolder 6"/>
          <p:cNvSpPr>
            <a:spLocks noGrp="1"/>
          </p:cNvSpPr>
          <p:nvPr>
            <p:ph type="dt" idx="1"/>
          </p:nvPr>
        </p:nvSpPr>
        <p:spPr/>
        <p:txBody>
          <a:bodyPr/>
          <a:p>
            <a:r>
              <a:rPr lang="pt-B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30" name="PlaceHolder 2"/>
          <p:cNvSpPr>
            <a:spLocks noGrp="1"/>
          </p:cNvSpPr>
          <p:nvPr>
            <p:ph/>
          </p:nvPr>
        </p:nvSpPr>
        <p:spPr>
          <a:xfrm>
            <a:off x="914400" y="2406960"/>
            <a:ext cx="8031600" cy="2845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1" name="PlaceHolder 3"/>
          <p:cNvSpPr>
            <a:spLocks noGrp="1"/>
          </p:cNvSpPr>
          <p:nvPr>
            <p:ph/>
          </p:nvPr>
        </p:nvSpPr>
        <p:spPr>
          <a:xfrm>
            <a:off x="9348120" y="2406960"/>
            <a:ext cx="8031600" cy="2845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2" name="PlaceHolder 4"/>
          <p:cNvSpPr>
            <a:spLocks noGrp="1"/>
          </p:cNvSpPr>
          <p:nvPr>
            <p:ph/>
          </p:nvPr>
        </p:nvSpPr>
        <p:spPr>
          <a:xfrm>
            <a:off x="914400" y="5523120"/>
            <a:ext cx="8031600" cy="2845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3" name="PlaceHolder 5"/>
          <p:cNvSpPr>
            <a:spLocks noGrp="1"/>
          </p:cNvSpPr>
          <p:nvPr>
            <p:ph/>
          </p:nvPr>
        </p:nvSpPr>
        <p:spPr>
          <a:xfrm>
            <a:off x="9348120" y="5523120"/>
            <a:ext cx="8031600" cy="2845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80A16D1F-2C4F-4E95-A7B3-8132B000CA1B}" type="slidenum">
              <a:t>&lt;#&gt;</a:t>
            </a:fld>
          </a:p>
        </p:txBody>
      </p:sp>
      <p:sp>
        <p:nvSpPr>
          <p:cNvPr id="9" name="PlaceHolder 8"/>
          <p:cNvSpPr>
            <a:spLocks noGrp="1"/>
          </p:cNvSpPr>
          <p:nvPr>
            <p:ph type="dt" idx="1"/>
          </p:nvPr>
        </p:nvSpPr>
        <p:spPr/>
        <p:txBody>
          <a:bodyPr/>
          <a:p>
            <a:r>
              <a:rPr lang="pt-BR"/>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35" name="PlaceHolder 2"/>
          <p:cNvSpPr>
            <a:spLocks noGrp="1"/>
          </p:cNvSpPr>
          <p:nvPr>
            <p:ph/>
          </p:nvPr>
        </p:nvSpPr>
        <p:spPr>
          <a:xfrm>
            <a:off x="914400" y="2406960"/>
            <a:ext cx="5299560" cy="2845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6" name="PlaceHolder 3"/>
          <p:cNvSpPr>
            <a:spLocks noGrp="1"/>
          </p:cNvSpPr>
          <p:nvPr>
            <p:ph/>
          </p:nvPr>
        </p:nvSpPr>
        <p:spPr>
          <a:xfrm>
            <a:off x="6479280" y="2406960"/>
            <a:ext cx="5299560" cy="2845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7" name="PlaceHolder 4"/>
          <p:cNvSpPr>
            <a:spLocks noGrp="1"/>
          </p:cNvSpPr>
          <p:nvPr>
            <p:ph/>
          </p:nvPr>
        </p:nvSpPr>
        <p:spPr>
          <a:xfrm>
            <a:off x="12044160" y="2406960"/>
            <a:ext cx="5299560" cy="2845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8" name="PlaceHolder 5"/>
          <p:cNvSpPr>
            <a:spLocks noGrp="1"/>
          </p:cNvSpPr>
          <p:nvPr>
            <p:ph/>
          </p:nvPr>
        </p:nvSpPr>
        <p:spPr>
          <a:xfrm>
            <a:off x="914400" y="5523120"/>
            <a:ext cx="5299560" cy="2845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9" name="PlaceHolder 6"/>
          <p:cNvSpPr>
            <a:spLocks noGrp="1"/>
          </p:cNvSpPr>
          <p:nvPr>
            <p:ph/>
          </p:nvPr>
        </p:nvSpPr>
        <p:spPr>
          <a:xfrm>
            <a:off x="6479280" y="5523120"/>
            <a:ext cx="5299560" cy="2845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40" name="PlaceHolder 7"/>
          <p:cNvSpPr>
            <a:spLocks noGrp="1"/>
          </p:cNvSpPr>
          <p:nvPr>
            <p:ph/>
          </p:nvPr>
        </p:nvSpPr>
        <p:spPr>
          <a:xfrm>
            <a:off x="12044160" y="5523120"/>
            <a:ext cx="5299560" cy="2845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EA8BAC5B-42E8-4990-9309-2D46423EB4E3}" type="slidenum">
              <a:t>&lt;#&gt;</a:t>
            </a:fld>
          </a:p>
        </p:txBody>
      </p:sp>
      <p:sp>
        <p:nvSpPr>
          <p:cNvPr id="11" name="PlaceHolder 10"/>
          <p:cNvSpPr>
            <a:spLocks noGrp="1"/>
          </p:cNvSpPr>
          <p:nvPr>
            <p:ph type="dt" idx="1"/>
          </p:nvPr>
        </p:nvSpPr>
        <p:spPr/>
        <p:txBody>
          <a:bodyPr/>
          <a:p>
            <a:r>
              <a:rPr lang="pt-B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457200" y="6356520"/>
            <a:ext cx="2133360" cy="364680"/>
          </a:xfrm>
          <a:prstGeom prst="rect">
            <a:avLst/>
          </a:prstGeom>
          <a:noFill/>
          <a:ln w="0">
            <a:noFill/>
          </a:ln>
        </p:spPr>
        <p:txBody>
          <a:bodyPr anchor="ctr">
            <a:noAutofit/>
          </a:bodyPr>
          <a:lstStyle>
            <a:lvl1pPr indent="0">
              <a:lnSpc>
                <a:spcPct val="100000"/>
              </a:lnSpc>
              <a:buNone/>
              <a:defRPr b="0" lang="en-US" sz="1200" spc="-1" strike="noStrike">
                <a:solidFill>
                  <a:srgbClr val="8b8b8b"/>
                </a:solidFill>
                <a:latin typeface="Calibri"/>
              </a:defRPr>
            </a:lvl1pPr>
          </a:lstStyle>
          <a:p>
            <a:pPr indent="0">
              <a:lnSpc>
                <a:spcPct val="100000"/>
              </a:lnSpc>
              <a:buNone/>
            </a:pPr>
            <a:r>
              <a:rPr b="0" lang="en-US" sz="1200" spc="-1" strike="noStrike">
                <a:solidFill>
                  <a:srgbClr val="8b8b8b"/>
                </a:solidFill>
                <a:latin typeface="Calibri"/>
              </a:rPr>
              <a:t> </a:t>
            </a:r>
            <a:endParaRPr b="0" lang="pt-BR" sz="1200" spc="-1" strike="noStrike">
              <a:latin typeface="Times New Roman"/>
            </a:endParaRPr>
          </a:p>
        </p:txBody>
      </p:sp>
      <p:sp>
        <p:nvSpPr>
          <p:cNvPr id="1" name="PlaceHolder 2"/>
          <p:cNvSpPr>
            <a:spLocks noGrp="1"/>
          </p:cNvSpPr>
          <p:nvPr>
            <p:ph type="ftr" idx="2"/>
          </p:nvPr>
        </p:nvSpPr>
        <p:spPr>
          <a:xfrm>
            <a:off x="3124080" y="6356520"/>
            <a:ext cx="2895120" cy="364680"/>
          </a:xfrm>
          <a:prstGeom prst="rect">
            <a:avLst/>
          </a:prstGeom>
          <a:noFill/>
          <a:ln w="0">
            <a:noFill/>
          </a:ln>
        </p:spPr>
        <p:txBody>
          <a:bodyPr anchor="ctr">
            <a:noAutofit/>
          </a:bodyPr>
          <a:lstStyle>
            <a:lvl1pPr indent="0" algn="ctr">
              <a:buNone/>
              <a:defRPr b="0" lang="pt-BR" sz="1400" spc="-1" strike="noStrike">
                <a:latin typeface="Times New Roman"/>
              </a:defRPr>
            </a:lvl1pPr>
          </a:lstStyle>
          <a:p>
            <a:pPr indent="0" algn="ctr">
              <a:buNone/>
            </a:pPr>
            <a:r>
              <a:rPr b="0" lang="pt-BR" sz="1400" spc="-1" strike="noStrike">
                <a:latin typeface="Times New Roman"/>
              </a:rPr>
              <a:t> </a:t>
            </a:r>
            <a:endParaRPr b="0" lang="pt-BR" sz="1400" spc="-1" strike="noStrike">
              <a:latin typeface="Times New Roman"/>
            </a:endParaRPr>
          </a:p>
        </p:txBody>
      </p:sp>
      <p:sp>
        <p:nvSpPr>
          <p:cNvPr id="2" name="PlaceHolder 3"/>
          <p:cNvSpPr>
            <a:spLocks noGrp="1"/>
          </p:cNvSpPr>
          <p:nvPr>
            <p:ph type="sldNum" idx="3"/>
          </p:nvPr>
        </p:nvSpPr>
        <p:spPr>
          <a:xfrm>
            <a:off x="6553080" y="6356520"/>
            <a:ext cx="2133360" cy="364680"/>
          </a:xfrm>
          <a:prstGeom prst="rect">
            <a:avLst/>
          </a:prstGeom>
          <a:noFill/>
          <a:ln w="0">
            <a:noFill/>
          </a:ln>
        </p:spPr>
        <p:txBody>
          <a:bodyPr anchor="ctr">
            <a:noAutofit/>
          </a:bodyPr>
          <a:lstStyle>
            <a:lvl1pPr indent="0" algn="r">
              <a:lnSpc>
                <a:spcPct val="100000"/>
              </a:lnSpc>
              <a:buNone/>
              <a:defRPr b="0" lang="en-US" sz="1200" spc="-1" strike="noStrike">
                <a:solidFill>
                  <a:srgbClr val="8b8b8b"/>
                </a:solidFill>
                <a:latin typeface="Calibri"/>
              </a:defRPr>
            </a:lvl1pPr>
          </a:lstStyle>
          <a:p>
            <a:pPr indent="0" algn="r">
              <a:lnSpc>
                <a:spcPct val="100000"/>
              </a:lnSpc>
              <a:buNone/>
            </a:pPr>
            <a:fld id="{535072A4-7734-44B3-B892-34444F61F8C2}" type="slidenum">
              <a:rPr b="0" lang="en-US" sz="1200" spc="-1" strike="noStrike">
                <a:solidFill>
                  <a:srgbClr val="8b8b8b"/>
                </a:solidFill>
                <a:latin typeface="Calibri"/>
              </a:rPr>
              <a:t>5</a:t>
            </a:fld>
            <a:endParaRPr b="0" lang="pt-BR" sz="1200" spc="-1" strike="noStrike">
              <a:latin typeface="Times New Roman"/>
            </a:endParaRPr>
          </a:p>
        </p:txBody>
      </p:sp>
      <p:sp>
        <p:nvSpPr>
          <p:cNvPr id="3" name="PlaceHolder 4"/>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Calibri"/>
              </a:rPr>
              <a:t>Clique para editar o formato do texto do título</a:t>
            </a:r>
            <a:endParaRPr b="0" lang="en-US" sz="1800" spc="-1" strike="noStrike">
              <a:solidFill>
                <a:srgbClr val="000000"/>
              </a:solidFill>
              <a:latin typeface="Calibri"/>
            </a:endParaRPr>
          </a:p>
        </p:txBody>
      </p:sp>
      <p:sp>
        <p:nvSpPr>
          <p:cNvPr id="4"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Clique para editar o formato do texto da estrutura de tópicos</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2.º nível da estrutura de tópicos</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3.º nível da estrutura de tópicos</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4.º nível da estrutura de tópicos</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5.º nível da estrutura de tópicos</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6.º nível da estrutura de tópicos</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7.º nível da estrutura de tópicos</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53371"/>
            </a:gs>
            <a:gs pos="100000">
              <a:srgbClr val="4874b0"/>
            </a:gs>
          </a:gsLst>
          <a:lin ang="13500000"/>
        </a:gradFill>
      </p:bgPr>
    </p:bg>
    <p:spTree>
      <p:nvGrpSpPr>
        <p:cNvPr id="1" name=""/>
        <p:cNvGrpSpPr/>
        <p:nvPr/>
      </p:nvGrpSpPr>
      <p:grpSpPr>
        <a:xfrm>
          <a:off x="0" y="0"/>
          <a:ext cx="0" cy="0"/>
          <a:chOff x="0" y="0"/>
          <a:chExt cx="0" cy="0"/>
        </a:xfrm>
      </p:grpSpPr>
      <p:sp>
        <p:nvSpPr>
          <p:cNvPr id="41" name="Freeform 2"/>
          <p:cNvSpPr/>
          <p:nvPr/>
        </p:nvSpPr>
        <p:spPr>
          <a:xfrm>
            <a:off x="6635520" y="6637680"/>
            <a:ext cx="8571960" cy="4043160"/>
          </a:xfrm>
          <a:custGeom>
            <a:avLst/>
            <a:gdLst>
              <a:gd name="textAreaLeft" fmla="*/ 0 w 8571960"/>
              <a:gd name="textAreaRight" fmla="*/ 8572320 w 8571960"/>
              <a:gd name="textAreaTop" fmla="*/ 0 h 4043160"/>
              <a:gd name="textAreaBottom" fmla="*/ 4043520 h 4043160"/>
            </a:gdLst>
            <a:ahLst/>
            <a:rect l="textAreaLeft" t="textAreaTop" r="textAreaRight" b="textAreaBottom"/>
            <a:pathLst>
              <a:path w="8572348" h="4043501">
                <a:moveTo>
                  <a:pt x="0" y="0"/>
                </a:moveTo>
                <a:lnTo>
                  <a:pt x="8572348" y="0"/>
                </a:lnTo>
                <a:lnTo>
                  <a:pt x="8572348" y="4043501"/>
                </a:lnTo>
                <a:lnTo>
                  <a:pt x="0" y="4043501"/>
                </a:lnTo>
                <a:lnTo>
                  <a:pt x="0" y="0"/>
                </a:lnTo>
                <a:close/>
              </a:path>
            </a:pathLst>
          </a:custGeom>
          <a:blipFill rotWithShape="0">
            <a:blip r:embed="rId1"/>
            <a:srcRect/>
            <a:stretch/>
          </a:blipFill>
          <a:ln w="0">
            <a:noFill/>
          </a:ln>
        </p:spPr>
        <p:style>
          <a:lnRef idx="0"/>
          <a:fillRef idx="0"/>
          <a:effectRef idx="0"/>
          <a:fontRef idx="minor"/>
        </p:style>
      </p:sp>
      <p:sp>
        <p:nvSpPr>
          <p:cNvPr id="42" name="Freeform 3"/>
          <p:cNvSpPr/>
          <p:nvPr/>
        </p:nvSpPr>
        <p:spPr>
          <a:xfrm>
            <a:off x="14081400" y="1028880"/>
            <a:ext cx="4282200" cy="8229240"/>
          </a:xfrm>
          <a:custGeom>
            <a:avLst/>
            <a:gdLst>
              <a:gd name="textAreaLeft" fmla="*/ 0 w 4282200"/>
              <a:gd name="textAreaRight" fmla="*/ 4282560 w 4282200"/>
              <a:gd name="textAreaTop" fmla="*/ 0 h 8229240"/>
              <a:gd name="textAreaBottom" fmla="*/ 8229600 h 8229240"/>
            </a:gdLst>
            <a:ahLst/>
            <a:rect l="textAreaLeft" t="textAreaTop" r="textAreaRight" b="textAreaBottom"/>
            <a:pathLst>
              <a:path w="4282420" h="8229600">
                <a:moveTo>
                  <a:pt x="0" y="0"/>
                </a:moveTo>
                <a:lnTo>
                  <a:pt x="4282420" y="0"/>
                </a:lnTo>
                <a:lnTo>
                  <a:pt x="4282420" y="8229600"/>
                </a:lnTo>
                <a:lnTo>
                  <a:pt x="0" y="8229600"/>
                </a:lnTo>
                <a:lnTo>
                  <a:pt x="0" y="0"/>
                </a:lnTo>
                <a:close/>
              </a:path>
            </a:pathLst>
          </a:custGeom>
          <a:blipFill rotWithShape="0">
            <a:blip r:embed="rId2"/>
            <a:srcRect/>
            <a:stretch/>
          </a:blipFill>
          <a:ln w="0">
            <a:noFill/>
          </a:ln>
        </p:spPr>
        <p:style>
          <a:lnRef idx="0"/>
          <a:fillRef idx="0"/>
          <a:effectRef idx="0"/>
          <a:fontRef idx="minor"/>
        </p:style>
      </p:sp>
      <p:sp>
        <p:nvSpPr>
          <p:cNvPr id="43" name="Freeform 4"/>
          <p:cNvSpPr/>
          <p:nvPr/>
        </p:nvSpPr>
        <p:spPr>
          <a:xfrm flipH="1">
            <a:off x="-720" y="1028880"/>
            <a:ext cx="4282200" cy="8229240"/>
          </a:xfrm>
          <a:custGeom>
            <a:avLst/>
            <a:gdLst>
              <a:gd name="textAreaLeft" fmla="*/ -360 w 4282200"/>
              <a:gd name="textAreaRight" fmla="*/ 4282200 w 4282200"/>
              <a:gd name="textAreaTop" fmla="*/ 0 h 8229240"/>
              <a:gd name="textAreaBottom" fmla="*/ 8229600 h 8229240"/>
            </a:gdLst>
            <a:ahLst/>
            <a:rect l="textAreaLeft" t="textAreaTop" r="textAreaRight" b="textAreaBottom"/>
            <a:pathLst>
              <a:path w="4282420" h="8229600">
                <a:moveTo>
                  <a:pt x="4282420" y="0"/>
                </a:moveTo>
                <a:lnTo>
                  <a:pt x="0" y="0"/>
                </a:lnTo>
                <a:lnTo>
                  <a:pt x="0" y="8229600"/>
                </a:lnTo>
                <a:lnTo>
                  <a:pt x="4282420" y="8229600"/>
                </a:lnTo>
                <a:lnTo>
                  <a:pt x="4282420" y="0"/>
                </a:lnTo>
                <a:close/>
              </a:path>
            </a:pathLst>
          </a:custGeom>
          <a:blipFill rotWithShape="0">
            <a:blip r:embed="rId3"/>
            <a:srcRect/>
            <a:stretch/>
          </a:blipFill>
          <a:ln w="0">
            <a:noFill/>
          </a:ln>
        </p:spPr>
        <p:style>
          <a:lnRef idx="0"/>
          <a:fillRef idx="0"/>
          <a:effectRef idx="0"/>
          <a:fontRef idx="minor"/>
        </p:style>
      </p:sp>
      <p:sp>
        <p:nvSpPr>
          <p:cNvPr id="44" name="TextBox 5"/>
          <p:cNvSpPr/>
          <p:nvPr/>
        </p:nvSpPr>
        <p:spPr>
          <a:xfrm>
            <a:off x="2356920" y="4098600"/>
            <a:ext cx="13574160" cy="1530000"/>
          </a:xfrm>
          <a:prstGeom prst="rect">
            <a:avLst/>
          </a:prstGeom>
          <a:noFill/>
          <a:ln w="0">
            <a:noFill/>
          </a:ln>
        </p:spPr>
        <p:style>
          <a:lnRef idx="0"/>
          <a:fillRef idx="0"/>
          <a:effectRef idx="0"/>
          <a:fontRef idx="minor"/>
        </p:style>
        <p:txBody>
          <a:bodyPr lIns="0" rIns="0" tIns="0" bIns="0" anchor="t">
            <a:spAutoFit/>
          </a:bodyPr>
          <a:p>
            <a:pPr algn="ctr">
              <a:lnSpc>
                <a:spcPts val="12050"/>
              </a:lnSpc>
            </a:pPr>
            <a:r>
              <a:rPr b="0" lang="pt-BR" sz="11360" spc="1135" strike="noStrike">
                <a:solidFill>
                  <a:srgbClr val="ffffff"/>
                </a:solidFill>
                <a:latin typeface="League Spartan"/>
                <a:ea typeface="League Spartan"/>
              </a:rPr>
              <a:t>Orion</a:t>
            </a:r>
            <a:endParaRPr b="0" lang="pt-BR" sz="11360" spc="-1" strike="noStrike">
              <a:latin typeface="Arial"/>
            </a:endParaRPr>
          </a:p>
        </p:txBody>
      </p:sp>
      <p:sp>
        <p:nvSpPr>
          <p:cNvPr id="45" name="Freeform 6"/>
          <p:cNvSpPr/>
          <p:nvPr/>
        </p:nvSpPr>
        <p:spPr>
          <a:xfrm>
            <a:off x="12467520" y="6745680"/>
            <a:ext cx="8571960" cy="4043160"/>
          </a:xfrm>
          <a:custGeom>
            <a:avLst/>
            <a:gdLst>
              <a:gd name="textAreaLeft" fmla="*/ 0 w 8571960"/>
              <a:gd name="textAreaRight" fmla="*/ 8572320 w 8571960"/>
              <a:gd name="textAreaTop" fmla="*/ 0 h 4043160"/>
              <a:gd name="textAreaBottom" fmla="*/ 4043520 h 4043160"/>
            </a:gdLst>
            <a:ahLst/>
            <a:rect l="textAreaLeft" t="textAreaTop" r="textAreaRight" b="textAreaBottom"/>
            <a:pathLst>
              <a:path w="8572348" h="4043501">
                <a:moveTo>
                  <a:pt x="0" y="0"/>
                </a:moveTo>
                <a:lnTo>
                  <a:pt x="8572348" y="0"/>
                </a:lnTo>
                <a:lnTo>
                  <a:pt x="8572348" y="4043501"/>
                </a:lnTo>
                <a:lnTo>
                  <a:pt x="0" y="4043501"/>
                </a:lnTo>
                <a:lnTo>
                  <a:pt x="0" y="0"/>
                </a:lnTo>
                <a:close/>
              </a:path>
            </a:pathLst>
          </a:custGeom>
          <a:blipFill rotWithShape="0">
            <a:blip r:embed="rId4"/>
            <a:srcRect/>
            <a:stretch/>
          </a:blipFill>
          <a:ln w="0">
            <a:noFill/>
          </a:ln>
        </p:spPr>
        <p:style>
          <a:lnRef idx="0"/>
          <a:fillRef idx="0"/>
          <a:effectRef idx="0"/>
          <a:fontRef idx="minor"/>
        </p:style>
      </p:sp>
      <p:sp>
        <p:nvSpPr>
          <p:cNvPr id="46" name="TextBox 8"/>
          <p:cNvSpPr/>
          <p:nvPr/>
        </p:nvSpPr>
        <p:spPr>
          <a:xfrm>
            <a:off x="5088600" y="6031440"/>
            <a:ext cx="8231400" cy="606240"/>
          </a:xfrm>
          <a:prstGeom prst="rect">
            <a:avLst/>
          </a:prstGeom>
          <a:noFill/>
          <a:ln w="0">
            <a:noFill/>
          </a:ln>
        </p:spPr>
        <p:style>
          <a:lnRef idx="0"/>
          <a:fillRef idx="0"/>
          <a:effectRef idx="0"/>
          <a:fontRef idx="minor"/>
        </p:style>
        <p:txBody>
          <a:bodyPr lIns="0" rIns="0" tIns="0" bIns="0" anchor="t">
            <a:spAutoFit/>
          </a:bodyPr>
          <a:p>
            <a:pPr algn="ctr">
              <a:lnSpc>
                <a:spcPts val="4771"/>
              </a:lnSpc>
            </a:pPr>
            <a:r>
              <a:rPr b="0" lang="pt-BR" sz="4400" spc="378" strike="noStrike">
                <a:solidFill>
                  <a:srgbClr val="ffffff"/>
                </a:solidFill>
                <a:latin typeface="arial"/>
                <a:ea typeface="arial"/>
              </a:rPr>
              <a:t>Gestor de finanças</a:t>
            </a:r>
            <a:endParaRPr b="0" lang="pt-BR" sz="4400" spc="-1" strike="noStrike">
              <a:latin typeface="Arial"/>
            </a:endParaRPr>
          </a:p>
        </p:txBody>
      </p:sp>
      <p:sp>
        <p:nvSpPr>
          <p:cNvPr id="47" name="Freeform 9"/>
          <p:cNvSpPr/>
          <p:nvPr/>
        </p:nvSpPr>
        <p:spPr>
          <a:xfrm>
            <a:off x="216360" y="6637680"/>
            <a:ext cx="8571960" cy="4043160"/>
          </a:xfrm>
          <a:custGeom>
            <a:avLst/>
            <a:gdLst>
              <a:gd name="textAreaLeft" fmla="*/ 0 w 8571960"/>
              <a:gd name="textAreaRight" fmla="*/ 8572320 w 8571960"/>
              <a:gd name="textAreaTop" fmla="*/ 0 h 4043160"/>
              <a:gd name="textAreaBottom" fmla="*/ 4043520 h 4043160"/>
            </a:gdLst>
            <a:ahLst/>
            <a:rect l="textAreaLeft" t="textAreaTop" r="textAreaRight" b="textAreaBottom"/>
            <a:pathLst>
              <a:path w="8572348" h="4043501">
                <a:moveTo>
                  <a:pt x="0" y="0"/>
                </a:moveTo>
                <a:lnTo>
                  <a:pt x="8572348" y="0"/>
                </a:lnTo>
                <a:lnTo>
                  <a:pt x="8572348" y="4043501"/>
                </a:lnTo>
                <a:lnTo>
                  <a:pt x="0" y="4043501"/>
                </a:lnTo>
                <a:lnTo>
                  <a:pt x="0" y="0"/>
                </a:lnTo>
                <a:close/>
              </a:path>
            </a:pathLst>
          </a:custGeom>
          <a:blipFill rotWithShape="0">
            <a:blip r:embed="rId5"/>
            <a:srcRect/>
            <a:stretch/>
          </a:blipFill>
          <a:ln w="0">
            <a:noFill/>
          </a:ln>
        </p:spPr>
        <p:style>
          <a:lnRef idx="0"/>
          <a:fillRef idx="0"/>
          <a:effectRef idx="0"/>
          <a:fontRef idx="minor"/>
        </p:style>
      </p:sp>
      <p:pic>
        <p:nvPicPr>
          <p:cNvPr id="48" name="" descr=""/>
          <p:cNvPicPr/>
          <p:nvPr/>
        </p:nvPicPr>
        <p:blipFill>
          <a:blip r:embed="rId6"/>
          <a:stretch/>
        </p:blipFill>
        <p:spPr>
          <a:xfrm>
            <a:off x="7740000" y="540000"/>
            <a:ext cx="2687400" cy="274536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53371"/>
            </a:gs>
            <a:gs pos="100000">
              <a:srgbClr val="4874b0"/>
            </a:gs>
          </a:gsLst>
          <a:lin ang="13500000"/>
        </a:gradFill>
      </p:bgPr>
    </p:bg>
    <p:spTree>
      <p:nvGrpSpPr>
        <p:cNvPr id="1" name=""/>
        <p:cNvGrpSpPr/>
        <p:nvPr/>
      </p:nvGrpSpPr>
      <p:grpSpPr>
        <a:xfrm>
          <a:off x="0" y="0"/>
          <a:ext cx="0" cy="0"/>
          <a:chOff x="0" y="0"/>
          <a:chExt cx="0" cy="0"/>
        </a:xfrm>
      </p:grpSpPr>
      <p:sp>
        <p:nvSpPr>
          <p:cNvPr id="49" name="Freeform 2"/>
          <p:cNvSpPr/>
          <p:nvPr/>
        </p:nvSpPr>
        <p:spPr>
          <a:xfrm flipH="1">
            <a:off x="8787600" y="-316800"/>
            <a:ext cx="7886520" cy="10920240"/>
          </a:xfrm>
          <a:custGeom>
            <a:avLst/>
            <a:gdLst>
              <a:gd name="textAreaLeft" fmla="*/ -360 w 7886520"/>
              <a:gd name="textAreaRight" fmla="*/ 7886520 w 7886520"/>
              <a:gd name="textAreaTop" fmla="*/ 0 h 10920240"/>
              <a:gd name="textAreaBottom" fmla="*/ 10920600 h 10920240"/>
            </a:gdLst>
            <a:ahLst/>
            <a:rect l="textAreaLeft" t="textAreaTop" r="textAreaRight" b="textAreaBottom"/>
            <a:pathLst>
              <a:path w="7886994" h="10920453">
                <a:moveTo>
                  <a:pt x="7886994" y="0"/>
                </a:moveTo>
                <a:lnTo>
                  <a:pt x="0" y="0"/>
                </a:lnTo>
                <a:lnTo>
                  <a:pt x="0" y="10920452"/>
                </a:lnTo>
                <a:lnTo>
                  <a:pt x="7886994" y="10920452"/>
                </a:lnTo>
                <a:lnTo>
                  <a:pt x="7886994" y="0"/>
                </a:lnTo>
                <a:close/>
              </a:path>
            </a:pathLst>
          </a:custGeom>
          <a:blipFill rotWithShape="0">
            <a:blip r:embed="rId1"/>
            <a:srcRect/>
            <a:stretch/>
          </a:blipFill>
          <a:ln w="0">
            <a:noFill/>
          </a:ln>
        </p:spPr>
        <p:style>
          <a:lnRef idx="0"/>
          <a:fillRef idx="0"/>
          <a:effectRef idx="0"/>
          <a:fontRef idx="minor"/>
        </p:style>
      </p:sp>
      <p:grpSp>
        <p:nvGrpSpPr>
          <p:cNvPr id="50" name="Group 3"/>
          <p:cNvGrpSpPr/>
          <p:nvPr/>
        </p:nvGrpSpPr>
        <p:grpSpPr>
          <a:xfrm>
            <a:off x="9144000" y="-180720"/>
            <a:ext cx="9143640" cy="10467360"/>
            <a:chOff x="9144000" y="-180720"/>
            <a:chExt cx="9143640" cy="10467360"/>
          </a:xfrm>
        </p:grpSpPr>
        <p:sp>
          <p:nvSpPr>
            <p:cNvPr id="51" name="Freeform 4"/>
            <p:cNvSpPr/>
            <p:nvPr/>
          </p:nvSpPr>
          <p:spPr>
            <a:xfrm>
              <a:off x="9144000" y="0"/>
              <a:ext cx="9143640" cy="10286640"/>
            </a:xfrm>
            <a:custGeom>
              <a:avLst/>
              <a:gdLst>
                <a:gd name="textAreaLeft" fmla="*/ 0 w 9143640"/>
                <a:gd name="textAreaRight" fmla="*/ 9144000 w 9143640"/>
                <a:gd name="textAreaTop" fmla="*/ 0 h 10286640"/>
                <a:gd name="textAreaBottom" fmla="*/ 10287000 h 10286640"/>
              </a:gdLst>
              <a:ahLst/>
              <a:rect l="textAreaLeft" t="textAreaTop" r="textAreaRight" b="textAreaBottom"/>
              <a:pathLst>
                <a:path w="2408296" h="2709333">
                  <a:moveTo>
                    <a:pt x="0" y="0"/>
                  </a:moveTo>
                  <a:lnTo>
                    <a:pt x="2408296" y="0"/>
                  </a:lnTo>
                  <a:lnTo>
                    <a:pt x="2408296" y="2709333"/>
                  </a:lnTo>
                  <a:lnTo>
                    <a:pt x="0" y="2709333"/>
                  </a:lnTo>
                  <a:close/>
                </a:path>
              </a:pathLst>
            </a:custGeom>
            <a:solidFill>
              <a:srgbClr val="ffffff"/>
            </a:solidFill>
            <a:ln w="0">
              <a:noFill/>
            </a:ln>
          </p:spPr>
          <p:style>
            <a:lnRef idx="0"/>
            <a:fillRef idx="0"/>
            <a:effectRef idx="0"/>
            <a:fontRef idx="minor"/>
          </p:style>
        </p:sp>
        <p:sp>
          <p:nvSpPr>
            <p:cNvPr id="52" name="TextBox 5"/>
            <p:cNvSpPr/>
            <p:nvPr/>
          </p:nvSpPr>
          <p:spPr>
            <a:xfrm>
              <a:off x="9144000" y="-180720"/>
              <a:ext cx="9143640" cy="10467360"/>
            </a:xfrm>
            <a:prstGeom prst="rect">
              <a:avLst/>
            </a:prstGeom>
            <a:noFill/>
            <a:ln w="0">
              <a:noFill/>
            </a:ln>
          </p:spPr>
          <p:style>
            <a:lnRef idx="0"/>
            <a:fillRef idx="0"/>
            <a:effectRef idx="0"/>
            <a:fontRef idx="minor"/>
          </p:style>
        </p:sp>
      </p:grpSp>
      <p:sp>
        <p:nvSpPr>
          <p:cNvPr id="53" name="TextBox 6"/>
          <p:cNvSpPr/>
          <p:nvPr/>
        </p:nvSpPr>
        <p:spPr>
          <a:xfrm>
            <a:off x="1080000" y="6066360"/>
            <a:ext cx="8079120" cy="1853640"/>
          </a:xfrm>
          <a:prstGeom prst="rect">
            <a:avLst/>
          </a:prstGeom>
          <a:noFill/>
          <a:ln w="0">
            <a:noFill/>
          </a:ln>
        </p:spPr>
        <p:style>
          <a:lnRef idx="0"/>
          <a:fillRef idx="0"/>
          <a:effectRef idx="0"/>
          <a:fontRef idx="minor"/>
        </p:style>
        <p:txBody>
          <a:bodyPr lIns="0" rIns="0" tIns="0" bIns="0" anchor="t">
            <a:spAutoFit/>
          </a:bodyPr>
          <a:p>
            <a:pPr lvl="1" marL="824760" indent="-412200">
              <a:lnSpc>
                <a:spcPts val="7296"/>
              </a:lnSpc>
              <a:buClr>
                <a:srgbClr val="ffffff"/>
              </a:buClr>
              <a:buFont typeface="Arial"/>
              <a:buChar char="•"/>
            </a:pPr>
            <a:r>
              <a:rPr b="0" lang="pt-BR" sz="3820" spc="378" strike="noStrike">
                <a:solidFill>
                  <a:srgbClr val="ffffff"/>
                </a:solidFill>
                <a:latin typeface="arial"/>
                <a:ea typeface="arial"/>
              </a:rPr>
              <a:t>Raphael Consta Bianco</a:t>
            </a:r>
            <a:endParaRPr b="0" lang="pt-BR" sz="3820" spc="-1" strike="noStrike">
              <a:latin typeface="Arial"/>
            </a:endParaRPr>
          </a:p>
          <a:p>
            <a:pPr lvl="1" marL="824760" indent="-412200">
              <a:lnSpc>
                <a:spcPts val="7296"/>
              </a:lnSpc>
              <a:buClr>
                <a:srgbClr val="ffffff"/>
              </a:buClr>
              <a:buFont typeface="Arial"/>
              <a:buChar char="•"/>
            </a:pPr>
            <a:r>
              <a:rPr b="0" lang="pt-BR" sz="3820" spc="378" strike="noStrike">
                <a:solidFill>
                  <a:srgbClr val="ffffff"/>
                </a:solidFill>
                <a:latin typeface="arial"/>
                <a:ea typeface="arial"/>
              </a:rPr>
              <a:t>Diego Souza Morais</a:t>
            </a:r>
            <a:endParaRPr b="0" lang="pt-BR" sz="3820" spc="-1" strike="noStrike">
              <a:latin typeface="Arial"/>
            </a:endParaRPr>
          </a:p>
        </p:txBody>
      </p:sp>
      <p:sp>
        <p:nvSpPr>
          <p:cNvPr id="54" name="TextBox 7"/>
          <p:cNvSpPr/>
          <p:nvPr/>
        </p:nvSpPr>
        <p:spPr>
          <a:xfrm>
            <a:off x="11160000" y="6065640"/>
            <a:ext cx="6660000" cy="1854360"/>
          </a:xfrm>
          <a:prstGeom prst="rect">
            <a:avLst/>
          </a:prstGeom>
          <a:noFill/>
          <a:ln w="0">
            <a:noFill/>
          </a:ln>
        </p:spPr>
        <p:style>
          <a:lnRef idx="0"/>
          <a:fillRef idx="0"/>
          <a:effectRef idx="0"/>
          <a:fontRef idx="minor"/>
        </p:style>
        <p:txBody>
          <a:bodyPr lIns="0" rIns="0" tIns="0" bIns="0" anchor="t">
            <a:spAutoFit/>
          </a:bodyPr>
          <a:p>
            <a:pPr lvl="1" marL="825120" indent="-412560">
              <a:lnSpc>
                <a:spcPts val="7299"/>
              </a:lnSpc>
              <a:buClr>
                <a:srgbClr val="194a8d"/>
              </a:buClr>
              <a:buFont typeface="Arial"/>
              <a:buChar char="•"/>
            </a:pPr>
            <a:r>
              <a:rPr b="0" lang="pt-BR" sz="3820" spc="381" strike="noStrike">
                <a:solidFill>
                  <a:srgbClr val="194a8d"/>
                </a:solidFill>
                <a:latin typeface="arial"/>
                <a:ea typeface="arial"/>
              </a:rPr>
              <a:t>Leonardo Curtis</a:t>
            </a:r>
            <a:endParaRPr b="0" lang="pt-BR" sz="3820" spc="-1" strike="noStrike">
              <a:latin typeface="Arial"/>
            </a:endParaRPr>
          </a:p>
          <a:p>
            <a:pPr lvl="1" marL="825120" indent="-412560">
              <a:lnSpc>
                <a:spcPts val="7299"/>
              </a:lnSpc>
              <a:buClr>
                <a:srgbClr val="194a8d"/>
              </a:buClr>
              <a:buFont typeface="Arial"/>
              <a:buChar char="•"/>
            </a:pPr>
            <a:r>
              <a:rPr b="0" lang="pt-BR" sz="3820" spc="381" strike="noStrike">
                <a:solidFill>
                  <a:srgbClr val="194a8d"/>
                </a:solidFill>
                <a:latin typeface="arial"/>
                <a:ea typeface="arial"/>
              </a:rPr>
              <a:t>Vinicius Severo</a:t>
            </a:r>
            <a:endParaRPr b="0" lang="pt-BR" sz="3820" spc="-1" strike="noStrike">
              <a:latin typeface="Arial"/>
            </a:endParaRPr>
          </a:p>
        </p:txBody>
      </p:sp>
      <p:sp>
        <p:nvSpPr>
          <p:cNvPr id="55" name="Freeform 8"/>
          <p:cNvSpPr/>
          <p:nvPr/>
        </p:nvSpPr>
        <p:spPr>
          <a:xfrm>
            <a:off x="8944200" y="8134920"/>
            <a:ext cx="6667200" cy="3144600"/>
          </a:xfrm>
          <a:custGeom>
            <a:avLst/>
            <a:gdLst>
              <a:gd name="textAreaLeft" fmla="*/ 0 w 6667200"/>
              <a:gd name="textAreaRight" fmla="*/ 6667560 w 6667200"/>
              <a:gd name="textAreaTop" fmla="*/ 0 h 3144600"/>
              <a:gd name="textAreaBottom" fmla="*/ 3144960 h 3144600"/>
            </a:gdLst>
            <a:ahLst/>
            <a:rect l="textAreaLeft" t="textAreaTop" r="textAreaRight" b="textAreaBottom"/>
            <a:pathLst>
              <a:path w="6667707" h="3145099">
                <a:moveTo>
                  <a:pt x="0" y="0"/>
                </a:moveTo>
                <a:lnTo>
                  <a:pt x="6667707" y="0"/>
                </a:lnTo>
                <a:lnTo>
                  <a:pt x="6667707" y="3145098"/>
                </a:lnTo>
                <a:lnTo>
                  <a:pt x="0" y="3145098"/>
                </a:lnTo>
                <a:lnTo>
                  <a:pt x="0" y="0"/>
                </a:lnTo>
                <a:close/>
              </a:path>
            </a:pathLst>
          </a:custGeom>
          <a:blipFill rotWithShape="0">
            <a:blip r:embed="rId2"/>
            <a:srcRect/>
            <a:stretch/>
          </a:blipFill>
          <a:ln w="0">
            <a:noFill/>
          </a:ln>
        </p:spPr>
        <p:style>
          <a:lnRef idx="0"/>
          <a:fillRef idx="0"/>
          <a:effectRef idx="0"/>
          <a:fontRef idx="minor"/>
        </p:style>
      </p:sp>
      <p:sp>
        <p:nvSpPr>
          <p:cNvPr id="56" name="Freeform 9"/>
          <p:cNvSpPr/>
          <p:nvPr/>
        </p:nvSpPr>
        <p:spPr>
          <a:xfrm>
            <a:off x="14182560" y="8134920"/>
            <a:ext cx="6667200" cy="3144600"/>
          </a:xfrm>
          <a:custGeom>
            <a:avLst/>
            <a:gdLst>
              <a:gd name="textAreaLeft" fmla="*/ 0 w 6667200"/>
              <a:gd name="textAreaRight" fmla="*/ 6667560 w 6667200"/>
              <a:gd name="textAreaTop" fmla="*/ 0 h 3144600"/>
              <a:gd name="textAreaBottom" fmla="*/ 3144960 h 3144600"/>
            </a:gdLst>
            <a:ahLst/>
            <a:rect l="textAreaLeft" t="textAreaTop" r="textAreaRight" b="textAreaBottom"/>
            <a:pathLst>
              <a:path w="6667707" h="3145099">
                <a:moveTo>
                  <a:pt x="0" y="0"/>
                </a:moveTo>
                <a:lnTo>
                  <a:pt x="6667708" y="0"/>
                </a:lnTo>
                <a:lnTo>
                  <a:pt x="6667708" y="3145098"/>
                </a:lnTo>
                <a:lnTo>
                  <a:pt x="0" y="3145098"/>
                </a:lnTo>
                <a:lnTo>
                  <a:pt x="0" y="0"/>
                </a:lnTo>
                <a:close/>
              </a:path>
            </a:pathLst>
          </a:custGeom>
          <a:blipFill rotWithShape="0">
            <a:blip r:embed="rId3"/>
            <a:srcRect/>
            <a:stretch/>
          </a:blipFill>
          <a:ln w="0">
            <a:noFill/>
          </a:ln>
        </p:spPr>
        <p:style>
          <a:lnRef idx="0"/>
          <a:fillRef idx="0"/>
          <a:effectRef idx="0"/>
          <a:fontRef idx="minor"/>
        </p:style>
      </p:sp>
      <p:sp>
        <p:nvSpPr>
          <p:cNvPr id="57" name="TextBox 10"/>
          <p:cNvSpPr/>
          <p:nvPr/>
        </p:nvSpPr>
        <p:spPr>
          <a:xfrm>
            <a:off x="0" y="4833360"/>
            <a:ext cx="9144000" cy="1099440"/>
          </a:xfrm>
          <a:prstGeom prst="rect">
            <a:avLst/>
          </a:prstGeom>
          <a:noFill/>
          <a:ln w="0">
            <a:noFill/>
          </a:ln>
        </p:spPr>
        <p:style>
          <a:lnRef idx="0"/>
          <a:fillRef idx="0"/>
          <a:effectRef idx="0"/>
          <a:fontRef idx="minor"/>
        </p:style>
        <p:txBody>
          <a:bodyPr lIns="0" rIns="0" tIns="0" bIns="0" anchor="t">
            <a:spAutoFit/>
          </a:bodyPr>
          <a:p>
            <a:pPr algn="ctr">
              <a:lnSpc>
                <a:spcPts val="8654"/>
              </a:lnSpc>
            </a:pPr>
            <a:r>
              <a:rPr b="0" lang="pt-BR" sz="6000" spc="814" strike="noStrike">
                <a:solidFill>
                  <a:srgbClr val="ffffff"/>
                </a:solidFill>
                <a:latin typeface="League Spartan"/>
                <a:ea typeface="League Spartan"/>
              </a:rPr>
              <a:t>Backend</a:t>
            </a:r>
            <a:endParaRPr b="0" lang="pt-BR" sz="6000" spc="-1" strike="noStrike">
              <a:latin typeface="Arial"/>
            </a:endParaRPr>
          </a:p>
        </p:txBody>
      </p:sp>
      <p:sp>
        <p:nvSpPr>
          <p:cNvPr id="58" name="TextBox 1"/>
          <p:cNvSpPr/>
          <p:nvPr/>
        </p:nvSpPr>
        <p:spPr>
          <a:xfrm>
            <a:off x="9143640" y="5139000"/>
            <a:ext cx="9144000" cy="926640"/>
          </a:xfrm>
          <a:prstGeom prst="rect">
            <a:avLst/>
          </a:prstGeom>
          <a:noFill/>
          <a:ln w="0">
            <a:noFill/>
          </a:ln>
        </p:spPr>
        <p:style>
          <a:lnRef idx="0"/>
          <a:fillRef idx="0"/>
          <a:effectRef idx="0"/>
          <a:fontRef idx="minor"/>
        </p:style>
        <p:txBody>
          <a:bodyPr lIns="0" rIns="0" tIns="0" bIns="0" anchor="t">
            <a:spAutoFit/>
          </a:bodyPr>
          <a:p>
            <a:pPr algn="ctr">
              <a:lnSpc>
                <a:spcPts val="7299"/>
              </a:lnSpc>
            </a:pPr>
            <a:r>
              <a:rPr b="0" lang="pt-BR" sz="6000" spc="381" strike="noStrike">
                <a:solidFill>
                  <a:srgbClr val="194a8d"/>
                </a:solidFill>
                <a:latin typeface="arial"/>
                <a:ea typeface="arial"/>
              </a:rPr>
              <a:t>Frontend</a:t>
            </a:r>
            <a:endParaRPr b="0" lang="pt-BR" sz="6000" spc="-1" strike="noStrike">
              <a:latin typeface="Arial"/>
            </a:endParaRPr>
          </a:p>
        </p:txBody>
      </p:sp>
      <p:sp>
        <p:nvSpPr>
          <p:cNvPr id="59" name="TextBox 2"/>
          <p:cNvSpPr/>
          <p:nvPr/>
        </p:nvSpPr>
        <p:spPr>
          <a:xfrm>
            <a:off x="-720000" y="540000"/>
            <a:ext cx="19080000" cy="927360"/>
          </a:xfrm>
          <a:prstGeom prst="rect">
            <a:avLst/>
          </a:prstGeom>
          <a:noFill/>
          <a:ln w="0">
            <a:noFill/>
          </a:ln>
        </p:spPr>
        <p:style>
          <a:lnRef idx="0"/>
          <a:fillRef idx="0"/>
          <a:effectRef idx="0"/>
          <a:fontRef idx="minor"/>
        </p:style>
        <p:txBody>
          <a:bodyPr lIns="0" rIns="0" tIns="0" bIns="0" anchor="t">
            <a:spAutoFit/>
          </a:bodyPr>
          <a:p>
            <a:pPr algn="ctr">
              <a:lnSpc>
                <a:spcPts val="7299"/>
              </a:lnSpc>
            </a:pPr>
            <a:r>
              <a:rPr b="0" lang="pt-BR" sz="8000" spc="814" strike="noStrike">
                <a:solidFill>
                  <a:srgbClr val="ffffff"/>
                </a:solidFill>
                <a:latin typeface="League Spartan"/>
                <a:ea typeface="League Spartan"/>
              </a:rPr>
              <a:t>Membros</a:t>
            </a:r>
            <a:r>
              <a:rPr b="0" lang="pt-BR" sz="8160" spc="814" strike="noStrike">
                <a:solidFill>
                  <a:srgbClr val="ffffff"/>
                </a:solidFill>
                <a:latin typeface="League Spartan"/>
                <a:ea typeface="League Spartan"/>
              </a:rPr>
              <a:t> </a:t>
            </a:r>
            <a:r>
              <a:rPr b="0" lang="pt-BR" sz="8000" spc="381" strike="noStrike">
                <a:solidFill>
                  <a:srgbClr val="194a8d"/>
                </a:solidFill>
                <a:latin typeface="arial"/>
                <a:ea typeface="arial"/>
              </a:rPr>
              <a:t>da equipe</a:t>
            </a:r>
            <a:endParaRPr b="0" lang="pt-BR" sz="8000" spc="-1" strike="noStrike">
              <a:latin typeface="Arial"/>
            </a:endParaRPr>
          </a:p>
        </p:txBody>
      </p:sp>
      <p:sp>
        <p:nvSpPr>
          <p:cNvPr id="60" name="TextBox 29"/>
          <p:cNvSpPr/>
          <p:nvPr/>
        </p:nvSpPr>
        <p:spPr>
          <a:xfrm>
            <a:off x="5550120" y="2160000"/>
            <a:ext cx="7589880" cy="926640"/>
          </a:xfrm>
          <a:prstGeom prst="rect">
            <a:avLst/>
          </a:prstGeom>
          <a:noFill/>
          <a:ln w="0">
            <a:noFill/>
          </a:ln>
        </p:spPr>
        <p:style>
          <a:lnRef idx="0"/>
          <a:fillRef idx="0"/>
          <a:effectRef idx="0"/>
          <a:fontRef idx="minor"/>
        </p:style>
        <p:txBody>
          <a:bodyPr lIns="0" rIns="0" tIns="0" bIns="0" anchor="t">
            <a:spAutoFit/>
          </a:bodyPr>
          <a:p>
            <a:pPr algn="ctr">
              <a:lnSpc>
                <a:spcPts val="7299"/>
              </a:lnSpc>
            </a:pPr>
            <a:r>
              <a:rPr b="0" lang="pt-BR" sz="6000" spc="814" strike="noStrike">
                <a:solidFill>
                  <a:srgbClr val="ffffff"/>
                </a:solidFill>
                <a:latin typeface="League Spartan"/>
                <a:ea typeface="League Spartan"/>
              </a:rPr>
              <a:t>Full</a:t>
            </a:r>
            <a:r>
              <a:rPr b="0" lang="pt-BR" sz="6000" spc="381" strike="noStrike">
                <a:solidFill>
                  <a:srgbClr val="194a8d"/>
                </a:solidFill>
                <a:latin typeface="arial"/>
                <a:ea typeface="arial"/>
              </a:rPr>
              <a:t>Stack</a:t>
            </a:r>
            <a:endParaRPr b="0" lang="pt-BR" sz="6000" spc="-1" strike="noStrike">
              <a:latin typeface="Arial"/>
            </a:endParaRPr>
          </a:p>
        </p:txBody>
      </p:sp>
      <p:sp>
        <p:nvSpPr>
          <p:cNvPr id="61" name="TextBox 31"/>
          <p:cNvSpPr/>
          <p:nvPr/>
        </p:nvSpPr>
        <p:spPr>
          <a:xfrm>
            <a:off x="5904000" y="3259440"/>
            <a:ext cx="7884000" cy="927000"/>
          </a:xfrm>
          <a:prstGeom prst="rect">
            <a:avLst/>
          </a:prstGeom>
          <a:noFill/>
          <a:ln w="0">
            <a:noFill/>
          </a:ln>
        </p:spPr>
        <p:style>
          <a:lnRef idx="0"/>
          <a:fillRef idx="0"/>
          <a:effectRef idx="0"/>
          <a:fontRef idx="minor"/>
        </p:style>
        <p:txBody>
          <a:bodyPr lIns="0" rIns="0" tIns="0" bIns="0" anchor="t">
            <a:spAutoFit/>
          </a:bodyPr>
          <a:p>
            <a:pPr lvl="1" marL="824760" indent="-412200">
              <a:lnSpc>
                <a:spcPts val="7296"/>
              </a:lnSpc>
              <a:buClr>
                <a:srgbClr val="ffffff"/>
              </a:buClr>
              <a:buFont typeface="Arial"/>
              <a:buChar char="•"/>
            </a:pPr>
            <a:r>
              <a:rPr b="0" lang="pt-BR" sz="3820" spc="497" strike="noStrike">
                <a:solidFill>
                  <a:srgbClr val="ffffff"/>
                </a:solidFill>
                <a:latin typeface="arial"/>
                <a:ea typeface="arial"/>
              </a:rPr>
              <a:t>Lucas </a:t>
            </a:r>
            <a:r>
              <a:rPr b="0" lang="pt-BR" sz="3820" spc="497" strike="noStrike">
                <a:solidFill>
                  <a:srgbClr val="ffffff"/>
                </a:solidFill>
                <a:latin typeface="arial"/>
                <a:ea typeface="arial"/>
              </a:rPr>
              <a:t>Ar</a:t>
            </a:r>
            <a:r>
              <a:rPr b="0" lang="pt-BR" sz="3820" spc="497" strike="noStrike">
                <a:solidFill>
                  <a:srgbClr val="2a6099"/>
                </a:solidFill>
                <a:latin typeface="arial"/>
                <a:ea typeface="arial"/>
              </a:rPr>
              <a:t>end</a:t>
            </a:r>
            <a:r>
              <a:rPr b="0" lang="pt-BR" sz="3820" spc="497" strike="noStrike">
                <a:solidFill>
                  <a:srgbClr val="2a6099"/>
                </a:solidFill>
                <a:latin typeface="arial"/>
                <a:ea typeface="arial"/>
              </a:rPr>
              <a:t> Mac</a:t>
            </a:r>
            <a:r>
              <a:rPr b="0" lang="pt-BR" sz="3820" spc="497" strike="noStrike">
                <a:solidFill>
                  <a:srgbClr val="2a6099"/>
                </a:solidFill>
                <a:latin typeface="arial"/>
                <a:ea typeface="arial"/>
              </a:rPr>
              <a:t>iel</a:t>
            </a:r>
            <a:endParaRPr b="0" lang="pt-BR" sz="3820" spc="497"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53371"/>
            </a:gs>
            <a:gs pos="100000">
              <a:srgbClr val="4874b0"/>
            </a:gs>
          </a:gsLst>
          <a:lin ang="13500000"/>
        </a:gradFill>
      </p:bgPr>
    </p:bg>
    <p:spTree>
      <p:nvGrpSpPr>
        <p:cNvPr id="1" name=""/>
        <p:cNvGrpSpPr/>
        <p:nvPr/>
      </p:nvGrpSpPr>
      <p:grpSpPr>
        <a:xfrm>
          <a:off x="0" y="0"/>
          <a:ext cx="0" cy="0"/>
          <a:chOff x="0" y="0"/>
          <a:chExt cx="0" cy="0"/>
        </a:xfrm>
      </p:grpSpPr>
      <p:grpSp>
        <p:nvGrpSpPr>
          <p:cNvPr id="62" name="Group 4"/>
          <p:cNvGrpSpPr/>
          <p:nvPr/>
        </p:nvGrpSpPr>
        <p:grpSpPr>
          <a:xfrm>
            <a:off x="9484560" y="1133640"/>
            <a:ext cx="8990640" cy="2439720"/>
            <a:chOff x="9484560" y="1133640"/>
            <a:chExt cx="8990640" cy="2439720"/>
          </a:xfrm>
        </p:grpSpPr>
        <p:sp>
          <p:nvSpPr>
            <p:cNvPr id="63" name="Freeform 5"/>
            <p:cNvSpPr/>
            <p:nvPr/>
          </p:nvSpPr>
          <p:spPr>
            <a:xfrm>
              <a:off x="9484560" y="1329480"/>
              <a:ext cx="8990640" cy="2243880"/>
            </a:xfrm>
            <a:custGeom>
              <a:avLst/>
              <a:gdLst>
                <a:gd name="textAreaLeft" fmla="*/ 0 w 8990640"/>
                <a:gd name="textAreaRight" fmla="*/ 8991000 w 8990640"/>
                <a:gd name="textAreaTop" fmla="*/ 0 h 2243880"/>
                <a:gd name="textAreaBottom" fmla="*/ 2244240 h 2243880"/>
              </a:gdLst>
              <a:ahLst/>
              <a:rect l="textAreaLeft" t="textAreaTop" r="textAreaRight" b="textAreaBottom"/>
              <a:pathLst>
                <a:path w="2186727" h="545838">
                  <a:moveTo>
                    <a:pt x="0" y="0"/>
                  </a:moveTo>
                  <a:lnTo>
                    <a:pt x="2186727" y="0"/>
                  </a:lnTo>
                  <a:lnTo>
                    <a:pt x="2186727" y="545838"/>
                  </a:lnTo>
                  <a:lnTo>
                    <a:pt x="0" y="545838"/>
                  </a:lnTo>
                  <a:close/>
                </a:path>
              </a:pathLst>
            </a:custGeom>
            <a:solidFill>
              <a:srgbClr val="ffffff"/>
            </a:solidFill>
            <a:ln w="0">
              <a:noFill/>
            </a:ln>
          </p:spPr>
          <p:style>
            <a:lnRef idx="0"/>
            <a:fillRef idx="0"/>
            <a:effectRef idx="0"/>
            <a:fontRef idx="minor"/>
          </p:style>
        </p:sp>
        <p:sp>
          <p:nvSpPr>
            <p:cNvPr id="64" name="TextBox 6"/>
            <p:cNvSpPr/>
            <p:nvPr/>
          </p:nvSpPr>
          <p:spPr>
            <a:xfrm>
              <a:off x="9484560" y="1133640"/>
              <a:ext cx="8990640" cy="2439720"/>
            </a:xfrm>
            <a:prstGeom prst="rect">
              <a:avLst/>
            </a:prstGeom>
            <a:noFill/>
            <a:ln w="0">
              <a:noFill/>
            </a:ln>
          </p:spPr>
          <p:style>
            <a:lnRef idx="0"/>
            <a:fillRef idx="0"/>
            <a:effectRef idx="0"/>
            <a:fontRef idx="minor"/>
          </p:style>
        </p:sp>
      </p:grpSp>
      <p:grpSp>
        <p:nvGrpSpPr>
          <p:cNvPr id="65" name="Group 7"/>
          <p:cNvGrpSpPr/>
          <p:nvPr/>
        </p:nvGrpSpPr>
        <p:grpSpPr>
          <a:xfrm>
            <a:off x="9484560" y="3975840"/>
            <a:ext cx="8990640" cy="2439720"/>
            <a:chOff x="9484560" y="3975840"/>
            <a:chExt cx="8990640" cy="2439720"/>
          </a:xfrm>
        </p:grpSpPr>
        <p:sp>
          <p:nvSpPr>
            <p:cNvPr id="66" name="Freeform 8"/>
            <p:cNvSpPr/>
            <p:nvPr/>
          </p:nvSpPr>
          <p:spPr>
            <a:xfrm>
              <a:off x="9484560" y="4171680"/>
              <a:ext cx="8990640" cy="2243880"/>
            </a:xfrm>
            <a:custGeom>
              <a:avLst/>
              <a:gdLst>
                <a:gd name="textAreaLeft" fmla="*/ 0 w 8990640"/>
                <a:gd name="textAreaRight" fmla="*/ 8991000 w 8990640"/>
                <a:gd name="textAreaTop" fmla="*/ 0 h 2243880"/>
                <a:gd name="textAreaBottom" fmla="*/ 2244240 h 2243880"/>
              </a:gdLst>
              <a:ahLst/>
              <a:rect l="textAreaLeft" t="textAreaTop" r="textAreaRight" b="textAreaBottom"/>
              <a:pathLst>
                <a:path w="2186727" h="545838">
                  <a:moveTo>
                    <a:pt x="0" y="0"/>
                  </a:moveTo>
                  <a:lnTo>
                    <a:pt x="2186727" y="0"/>
                  </a:lnTo>
                  <a:lnTo>
                    <a:pt x="2186727" y="545838"/>
                  </a:lnTo>
                  <a:lnTo>
                    <a:pt x="0" y="545838"/>
                  </a:lnTo>
                  <a:close/>
                </a:path>
              </a:pathLst>
            </a:custGeom>
            <a:solidFill>
              <a:srgbClr val="ffffff"/>
            </a:solidFill>
            <a:ln w="0">
              <a:noFill/>
            </a:ln>
          </p:spPr>
          <p:style>
            <a:lnRef idx="0"/>
            <a:fillRef idx="0"/>
            <a:effectRef idx="0"/>
            <a:fontRef idx="minor"/>
          </p:style>
        </p:sp>
        <p:sp>
          <p:nvSpPr>
            <p:cNvPr id="67" name="TextBox 9"/>
            <p:cNvSpPr/>
            <p:nvPr/>
          </p:nvSpPr>
          <p:spPr>
            <a:xfrm>
              <a:off x="9484560" y="3975840"/>
              <a:ext cx="8990640" cy="2439720"/>
            </a:xfrm>
            <a:prstGeom prst="rect">
              <a:avLst/>
            </a:prstGeom>
            <a:noFill/>
            <a:ln w="0">
              <a:noFill/>
            </a:ln>
          </p:spPr>
          <p:style>
            <a:lnRef idx="0"/>
            <a:fillRef idx="0"/>
            <a:effectRef idx="0"/>
            <a:fontRef idx="minor"/>
          </p:style>
        </p:sp>
      </p:grpSp>
      <p:grpSp>
        <p:nvGrpSpPr>
          <p:cNvPr id="68" name="Group 10"/>
          <p:cNvGrpSpPr/>
          <p:nvPr/>
        </p:nvGrpSpPr>
        <p:grpSpPr>
          <a:xfrm>
            <a:off x="9484560" y="6818040"/>
            <a:ext cx="8990640" cy="2439720"/>
            <a:chOff x="9484560" y="6818040"/>
            <a:chExt cx="8990640" cy="2439720"/>
          </a:xfrm>
        </p:grpSpPr>
        <p:sp>
          <p:nvSpPr>
            <p:cNvPr id="69" name="Freeform 11"/>
            <p:cNvSpPr/>
            <p:nvPr/>
          </p:nvSpPr>
          <p:spPr>
            <a:xfrm>
              <a:off x="9484560" y="7013880"/>
              <a:ext cx="8990640" cy="2243880"/>
            </a:xfrm>
            <a:custGeom>
              <a:avLst/>
              <a:gdLst>
                <a:gd name="textAreaLeft" fmla="*/ 0 w 8990640"/>
                <a:gd name="textAreaRight" fmla="*/ 8991000 w 8990640"/>
                <a:gd name="textAreaTop" fmla="*/ 0 h 2243880"/>
                <a:gd name="textAreaBottom" fmla="*/ 2244240 h 2243880"/>
              </a:gdLst>
              <a:ahLst/>
              <a:rect l="textAreaLeft" t="textAreaTop" r="textAreaRight" b="textAreaBottom"/>
              <a:pathLst>
                <a:path w="2186727" h="545838">
                  <a:moveTo>
                    <a:pt x="0" y="0"/>
                  </a:moveTo>
                  <a:lnTo>
                    <a:pt x="2186727" y="0"/>
                  </a:lnTo>
                  <a:lnTo>
                    <a:pt x="2186727" y="545838"/>
                  </a:lnTo>
                  <a:lnTo>
                    <a:pt x="0" y="545838"/>
                  </a:lnTo>
                  <a:close/>
                </a:path>
              </a:pathLst>
            </a:custGeom>
            <a:solidFill>
              <a:srgbClr val="ffffff"/>
            </a:solidFill>
            <a:ln w="0">
              <a:noFill/>
            </a:ln>
          </p:spPr>
          <p:style>
            <a:lnRef idx="0"/>
            <a:fillRef idx="0"/>
            <a:effectRef idx="0"/>
            <a:fontRef idx="minor"/>
          </p:style>
        </p:sp>
        <p:sp>
          <p:nvSpPr>
            <p:cNvPr id="70" name="TextBox 12"/>
            <p:cNvSpPr/>
            <p:nvPr/>
          </p:nvSpPr>
          <p:spPr>
            <a:xfrm>
              <a:off x="9484560" y="6818040"/>
              <a:ext cx="8990640" cy="2439720"/>
            </a:xfrm>
            <a:prstGeom prst="rect">
              <a:avLst/>
            </a:prstGeom>
            <a:noFill/>
            <a:ln w="0">
              <a:noFill/>
            </a:ln>
          </p:spPr>
          <p:style>
            <a:lnRef idx="0"/>
            <a:fillRef idx="0"/>
            <a:effectRef idx="0"/>
            <a:fontRef idx="minor"/>
          </p:style>
        </p:sp>
      </p:grpSp>
      <p:grpSp>
        <p:nvGrpSpPr>
          <p:cNvPr id="71" name="Group 13"/>
          <p:cNvGrpSpPr/>
          <p:nvPr/>
        </p:nvGrpSpPr>
        <p:grpSpPr>
          <a:xfrm>
            <a:off x="9819000" y="1133280"/>
            <a:ext cx="2342520" cy="1965240"/>
            <a:chOff x="9819000" y="1133280"/>
            <a:chExt cx="2342520" cy="1965240"/>
          </a:xfrm>
        </p:grpSpPr>
        <p:sp>
          <p:nvSpPr>
            <p:cNvPr id="72" name="Freeform 14"/>
            <p:cNvSpPr/>
            <p:nvPr/>
          </p:nvSpPr>
          <p:spPr>
            <a:xfrm>
              <a:off x="9819000" y="1329120"/>
              <a:ext cx="2342520" cy="1769400"/>
            </a:xfrm>
            <a:custGeom>
              <a:avLst/>
              <a:gdLst>
                <a:gd name="textAreaLeft" fmla="*/ 0 w 2342520"/>
                <a:gd name="textAreaRight" fmla="*/ 2342880 w 2342520"/>
                <a:gd name="textAreaTop" fmla="*/ 0 h 1769400"/>
                <a:gd name="textAreaBottom" fmla="*/ 1769760 h 1769400"/>
              </a:gdLst>
              <a:ahLst/>
              <a:rect l="textAreaLeft" t="textAreaTop" r="textAreaRight" b="textAreaBottom"/>
              <a:pathLst>
                <a:path w="569787" h="430418">
                  <a:moveTo>
                    <a:pt x="0" y="0"/>
                  </a:moveTo>
                  <a:lnTo>
                    <a:pt x="569787" y="0"/>
                  </a:lnTo>
                  <a:lnTo>
                    <a:pt x="569787" y="430418"/>
                  </a:lnTo>
                  <a:lnTo>
                    <a:pt x="0" y="430418"/>
                  </a:lnTo>
                  <a:close/>
                </a:path>
              </a:pathLst>
            </a:custGeom>
            <a:gradFill rotWithShape="0">
              <a:gsLst>
                <a:gs pos="0">
                  <a:srgbClr val="053371"/>
                </a:gs>
                <a:gs pos="100000">
                  <a:srgbClr val="4874b0"/>
                </a:gs>
              </a:gsLst>
              <a:lin ang="13500000"/>
            </a:gradFill>
            <a:ln w="0">
              <a:noFill/>
            </a:ln>
          </p:spPr>
          <p:style>
            <a:lnRef idx="0"/>
            <a:fillRef idx="0"/>
            <a:effectRef idx="0"/>
            <a:fontRef idx="minor"/>
          </p:style>
        </p:sp>
        <p:sp>
          <p:nvSpPr>
            <p:cNvPr id="73" name="TextBox 15"/>
            <p:cNvSpPr/>
            <p:nvPr/>
          </p:nvSpPr>
          <p:spPr>
            <a:xfrm>
              <a:off x="9819000" y="1133280"/>
              <a:ext cx="2342520" cy="1965240"/>
            </a:xfrm>
            <a:prstGeom prst="rect">
              <a:avLst/>
            </a:prstGeom>
            <a:noFill/>
            <a:ln w="0">
              <a:noFill/>
            </a:ln>
          </p:spPr>
          <p:style>
            <a:lnRef idx="0"/>
            <a:fillRef idx="0"/>
            <a:effectRef idx="0"/>
            <a:fontRef idx="minor"/>
          </p:style>
        </p:sp>
      </p:grpSp>
      <p:grpSp>
        <p:nvGrpSpPr>
          <p:cNvPr id="74" name="Group 16"/>
          <p:cNvGrpSpPr/>
          <p:nvPr/>
        </p:nvGrpSpPr>
        <p:grpSpPr>
          <a:xfrm>
            <a:off x="9819000" y="3975840"/>
            <a:ext cx="2342520" cy="1965240"/>
            <a:chOff x="9819000" y="3975840"/>
            <a:chExt cx="2342520" cy="1965240"/>
          </a:xfrm>
        </p:grpSpPr>
        <p:sp>
          <p:nvSpPr>
            <p:cNvPr id="75" name="Freeform 17"/>
            <p:cNvSpPr/>
            <p:nvPr/>
          </p:nvSpPr>
          <p:spPr>
            <a:xfrm>
              <a:off x="9819000" y="4171680"/>
              <a:ext cx="2342520" cy="1769400"/>
            </a:xfrm>
            <a:custGeom>
              <a:avLst/>
              <a:gdLst>
                <a:gd name="textAreaLeft" fmla="*/ 0 w 2342520"/>
                <a:gd name="textAreaRight" fmla="*/ 2342880 w 2342520"/>
                <a:gd name="textAreaTop" fmla="*/ 0 h 1769400"/>
                <a:gd name="textAreaBottom" fmla="*/ 1769760 h 1769400"/>
              </a:gdLst>
              <a:ahLst/>
              <a:rect l="textAreaLeft" t="textAreaTop" r="textAreaRight" b="textAreaBottom"/>
              <a:pathLst>
                <a:path w="569787" h="430418">
                  <a:moveTo>
                    <a:pt x="0" y="0"/>
                  </a:moveTo>
                  <a:lnTo>
                    <a:pt x="569787" y="0"/>
                  </a:lnTo>
                  <a:lnTo>
                    <a:pt x="569787" y="430418"/>
                  </a:lnTo>
                  <a:lnTo>
                    <a:pt x="0" y="430418"/>
                  </a:lnTo>
                  <a:close/>
                </a:path>
              </a:pathLst>
            </a:custGeom>
            <a:gradFill rotWithShape="0">
              <a:gsLst>
                <a:gs pos="0">
                  <a:srgbClr val="053371"/>
                </a:gs>
                <a:gs pos="100000">
                  <a:srgbClr val="4874b0"/>
                </a:gs>
              </a:gsLst>
              <a:lin ang="13500000"/>
            </a:gradFill>
            <a:ln w="0">
              <a:noFill/>
            </a:ln>
          </p:spPr>
          <p:style>
            <a:lnRef idx="0"/>
            <a:fillRef idx="0"/>
            <a:effectRef idx="0"/>
            <a:fontRef idx="minor"/>
          </p:style>
        </p:sp>
        <p:sp>
          <p:nvSpPr>
            <p:cNvPr id="76" name="TextBox 18"/>
            <p:cNvSpPr/>
            <p:nvPr/>
          </p:nvSpPr>
          <p:spPr>
            <a:xfrm>
              <a:off x="9819000" y="3975840"/>
              <a:ext cx="2342520" cy="1965240"/>
            </a:xfrm>
            <a:prstGeom prst="rect">
              <a:avLst/>
            </a:prstGeom>
            <a:noFill/>
            <a:ln w="0">
              <a:noFill/>
            </a:ln>
          </p:spPr>
          <p:style>
            <a:lnRef idx="0"/>
            <a:fillRef idx="0"/>
            <a:effectRef idx="0"/>
            <a:fontRef idx="minor"/>
          </p:style>
        </p:sp>
      </p:grpSp>
      <p:grpSp>
        <p:nvGrpSpPr>
          <p:cNvPr id="77" name="Group 19"/>
          <p:cNvGrpSpPr/>
          <p:nvPr/>
        </p:nvGrpSpPr>
        <p:grpSpPr>
          <a:xfrm>
            <a:off x="9819000" y="6818040"/>
            <a:ext cx="2342520" cy="1965240"/>
            <a:chOff x="9819000" y="6818040"/>
            <a:chExt cx="2342520" cy="1965240"/>
          </a:xfrm>
        </p:grpSpPr>
        <p:sp>
          <p:nvSpPr>
            <p:cNvPr id="78" name="Freeform 20"/>
            <p:cNvSpPr/>
            <p:nvPr/>
          </p:nvSpPr>
          <p:spPr>
            <a:xfrm>
              <a:off x="9819000" y="7013880"/>
              <a:ext cx="2342520" cy="1769400"/>
            </a:xfrm>
            <a:custGeom>
              <a:avLst/>
              <a:gdLst>
                <a:gd name="textAreaLeft" fmla="*/ 0 w 2342520"/>
                <a:gd name="textAreaRight" fmla="*/ 2342880 w 2342520"/>
                <a:gd name="textAreaTop" fmla="*/ 0 h 1769400"/>
                <a:gd name="textAreaBottom" fmla="*/ 1769760 h 1769400"/>
              </a:gdLst>
              <a:ahLst/>
              <a:rect l="textAreaLeft" t="textAreaTop" r="textAreaRight" b="textAreaBottom"/>
              <a:pathLst>
                <a:path w="569787" h="430418">
                  <a:moveTo>
                    <a:pt x="0" y="0"/>
                  </a:moveTo>
                  <a:lnTo>
                    <a:pt x="569787" y="0"/>
                  </a:lnTo>
                  <a:lnTo>
                    <a:pt x="569787" y="430418"/>
                  </a:lnTo>
                  <a:lnTo>
                    <a:pt x="0" y="430418"/>
                  </a:lnTo>
                  <a:close/>
                </a:path>
              </a:pathLst>
            </a:custGeom>
            <a:gradFill rotWithShape="0">
              <a:gsLst>
                <a:gs pos="0">
                  <a:srgbClr val="053371"/>
                </a:gs>
                <a:gs pos="100000">
                  <a:srgbClr val="4874b0"/>
                </a:gs>
              </a:gsLst>
              <a:lin ang="13500000"/>
            </a:gradFill>
            <a:ln w="0">
              <a:noFill/>
            </a:ln>
          </p:spPr>
          <p:style>
            <a:lnRef idx="0"/>
            <a:fillRef idx="0"/>
            <a:effectRef idx="0"/>
            <a:fontRef idx="minor"/>
          </p:style>
        </p:sp>
        <p:sp>
          <p:nvSpPr>
            <p:cNvPr id="79" name="TextBox 21"/>
            <p:cNvSpPr/>
            <p:nvPr/>
          </p:nvSpPr>
          <p:spPr>
            <a:xfrm>
              <a:off x="9819000" y="6818040"/>
              <a:ext cx="2342520" cy="1965240"/>
            </a:xfrm>
            <a:prstGeom prst="rect">
              <a:avLst/>
            </a:prstGeom>
            <a:noFill/>
            <a:ln w="0">
              <a:noFill/>
            </a:ln>
          </p:spPr>
          <p:style>
            <a:lnRef idx="0"/>
            <a:fillRef idx="0"/>
            <a:effectRef idx="0"/>
            <a:fontRef idx="minor"/>
          </p:style>
        </p:sp>
      </p:grpSp>
      <p:sp>
        <p:nvSpPr>
          <p:cNvPr id="80" name="Freeform 22"/>
          <p:cNvSpPr/>
          <p:nvPr/>
        </p:nvSpPr>
        <p:spPr>
          <a:xfrm>
            <a:off x="10169640" y="1539360"/>
            <a:ext cx="1641240" cy="1348920"/>
          </a:xfrm>
          <a:custGeom>
            <a:avLst/>
            <a:gdLst>
              <a:gd name="textAreaLeft" fmla="*/ 0 w 1641240"/>
              <a:gd name="textAreaRight" fmla="*/ 1641600 w 1641240"/>
              <a:gd name="textAreaTop" fmla="*/ 0 h 1348920"/>
              <a:gd name="textAreaBottom" fmla="*/ 1349280 h 1348920"/>
            </a:gdLst>
            <a:ahLst/>
            <a:rect l="textAreaLeft" t="textAreaTop" r="textAreaRight" b="textAreaBottom"/>
            <a:pathLst>
              <a:path w="1641701" h="1349180">
                <a:moveTo>
                  <a:pt x="0" y="0"/>
                </a:moveTo>
                <a:lnTo>
                  <a:pt x="1641702" y="0"/>
                </a:lnTo>
                <a:lnTo>
                  <a:pt x="1641702" y="1349180"/>
                </a:lnTo>
                <a:lnTo>
                  <a:pt x="0" y="1349180"/>
                </a:lnTo>
                <a:lnTo>
                  <a:pt x="0" y="0"/>
                </a:lnTo>
                <a:close/>
              </a:path>
            </a:pathLst>
          </a:custGeom>
          <a:blipFill rotWithShape="0">
            <a:blip r:embed="rId1"/>
            <a:srcRect/>
            <a:stretch/>
          </a:blipFill>
          <a:ln w="0">
            <a:noFill/>
          </a:ln>
        </p:spPr>
        <p:style>
          <a:lnRef idx="0"/>
          <a:fillRef idx="0"/>
          <a:effectRef idx="0"/>
          <a:fontRef idx="minor"/>
        </p:style>
      </p:sp>
      <p:sp>
        <p:nvSpPr>
          <p:cNvPr id="81" name="Freeform 23"/>
          <p:cNvSpPr/>
          <p:nvPr/>
        </p:nvSpPr>
        <p:spPr>
          <a:xfrm>
            <a:off x="10169640" y="4275000"/>
            <a:ext cx="1520280" cy="1512000"/>
          </a:xfrm>
          <a:custGeom>
            <a:avLst/>
            <a:gdLst>
              <a:gd name="textAreaLeft" fmla="*/ 0 w 1520280"/>
              <a:gd name="textAreaRight" fmla="*/ 1520640 w 1520280"/>
              <a:gd name="textAreaTop" fmla="*/ 0 h 1512000"/>
              <a:gd name="textAreaBottom" fmla="*/ 1512360 h 1512000"/>
            </a:gdLst>
            <a:ahLst/>
            <a:rect l="textAreaLeft" t="textAreaTop" r="textAreaRight" b="textAreaBottom"/>
            <a:pathLst>
              <a:path w="1520792" h="1512496">
                <a:moveTo>
                  <a:pt x="0" y="0"/>
                </a:moveTo>
                <a:lnTo>
                  <a:pt x="1520792" y="0"/>
                </a:lnTo>
                <a:lnTo>
                  <a:pt x="1520792" y="1512497"/>
                </a:lnTo>
                <a:lnTo>
                  <a:pt x="0" y="1512497"/>
                </a:lnTo>
                <a:lnTo>
                  <a:pt x="0" y="0"/>
                </a:lnTo>
                <a:close/>
              </a:path>
            </a:pathLst>
          </a:custGeom>
          <a:blipFill rotWithShape="0">
            <a:blip r:embed="rId2"/>
            <a:srcRect/>
            <a:stretch/>
          </a:blipFill>
          <a:ln w="0">
            <a:noFill/>
          </a:ln>
        </p:spPr>
        <p:style>
          <a:lnRef idx="0"/>
          <a:fillRef idx="0"/>
          <a:effectRef idx="0"/>
          <a:fontRef idx="minor"/>
        </p:style>
      </p:sp>
      <p:sp>
        <p:nvSpPr>
          <p:cNvPr id="82" name="Freeform 24"/>
          <p:cNvSpPr/>
          <p:nvPr/>
        </p:nvSpPr>
        <p:spPr>
          <a:xfrm>
            <a:off x="10201680" y="7137000"/>
            <a:ext cx="1488240" cy="1474920"/>
          </a:xfrm>
          <a:custGeom>
            <a:avLst/>
            <a:gdLst>
              <a:gd name="textAreaLeft" fmla="*/ 0 w 1488240"/>
              <a:gd name="textAreaRight" fmla="*/ 1488600 w 1488240"/>
              <a:gd name="textAreaTop" fmla="*/ 0 h 1474920"/>
              <a:gd name="textAreaBottom" fmla="*/ 1475280 h 1474920"/>
            </a:gdLst>
            <a:ahLst/>
            <a:rect l="textAreaLeft" t="textAreaTop" r="textAreaRight" b="textAreaBottom"/>
            <a:pathLst>
              <a:path w="1488678" h="1475144">
                <a:moveTo>
                  <a:pt x="0" y="0"/>
                </a:moveTo>
                <a:lnTo>
                  <a:pt x="1488678" y="0"/>
                </a:lnTo>
                <a:lnTo>
                  <a:pt x="1488678" y="1475144"/>
                </a:lnTo>
                <a:lnTo>
                  <a:pt x="0" y="1475144"/>
                </a:lnTo>
                <a:lnTo>
                  <a:pt x="0" y="0"/>
                </a:lnTo>
                <a:close/>
              </a:path>
            </a:pathLst>
          </a:custGeom>
          <a:blipFill rotWithShape="0">
            <a:blip r:embed="rId3"/>
            <a:srcRect/>
            <a:stretch/>
          </a:blipFill>
          <a:ln w="0">
            <a:noFill/>
          </a:ln>
        </p:spPr>
        <p:style>
          <a:lnRef idx="0"/>
          <a:fillRef idx="0"/>
          <a:effectRef idx="0"/>
          <a:fontRef idx="minor"/>
        </p:style>
      </p:sp>
      <p:sp>
        <p:nvSpPr>
          <p:cNvPr id="83" name="TextBox 25"/>
          <p:cNvSpPr/>
          <p:nvPr/>
        </p:nvSpPr>
        <p:spPr>
          <a:xfrm>
            <a:off x="1385280" y="7027200"/>
            <a:ext cx="8933040" cy="2198520"/>
          </a:xfrm>
          <a:prstGeom prst="rect">
            <a:avLst/>
          </a:prstGeom>
          <a:noFill/>
          <a:ln w="0">
            <a:noFill/>
          </a:ln>
        </p:spPr>
        <p:style>
          <a:lnRef idx="0"/>
          <a:fillRef idx="0"/>
          <a:effectRef idx="0"/>
          <a:fontRef idx="minor"/>
        </p:style>
        <p:txBody>
          <a:bodyPr lIns="0" rIns="0" tIns="0" bIns="0" anchor="t">
            <a:spAutoFit/>
          </a:bodyPr>
          <a:p>
            <a:pPr>
              <a:lnSpc>
                <a:spcPts val="8654"/>
              </a:lnSpc>
            </a:pPr>
            <a:r>
              <a:rPr b="0" lang="pt-BR" sz="8160" spc="814" strike="noStrike">
                <a:solidFill>
                  <a:srgbClr val="ffffff"/>
                </a:solidFill>
                <a:latin typeface="League Spartan"/>
                <a:ea typeface="League Spartan"/>
              </a:rPr>
              <a:t>BUSINESS OVERVIEW</a:t>
            </a:r>
            <a:endParaRPr b="0" lang="pt-BR" sz="8160" spc="-1" strike="noStrike">
              <a:latin typeface="Arial"/>
            </a:endParaRPr>
          </a:p>
        </p:txBody>
      </p:sp>
      <p:sp>
        <p:nvSpPr>
          <p:cNvPr id="84" name="TextBox 26"/>
          <p:cNvSpPr/>
          <p:nvPr/>
        </p:nvSpPr>
        <p:spPr>
          <a:xfrm>
            <a:off x="12528360" y="1491840"/>
            <a:ext cx="4952880" cy="1893960"/>
          </a:xfrm>
          <a:prstGeom prst="rect">
            <a:avLst/>
          </a:prstGeom>
          <a:noFill/>
          <a:ln w="0">
            <a:noFill/>
          </a:ln>
        </p:spPr>
        <p:style>
          <a:lnRef idx="0"/>
          <a:fillRef idx="0"/>
          <a:effectRef idx="0"/>
          <a:fontRef idx="minor"/>
        </p:style>
        <p:txBody>
          <a:bodyPr lIns="0" rIns="0" tIns="0" bIns="0" anchor="t">
            <a:spAutoFit/>
          </a:bodyPr>
          <a:p>
            <a:pPr>
              <a:lnSpc>
                <a:spcPts val="2486"/>
              </a:lnSpc>
            </a:pPr>
            <a:r>
              <a:rPr b="0" lang="pt-BR" sz="1770" spc="-1" strike="noStrike">
                <a:solidFill>
                  <a:srgbClr val="194a8d"/>
                </a:solidFill>
                <a:latin typeface="arial"/>
                <a:ea typeface="arial"/>
              </a:rPr>
              <a:t>Lorem ipsum dolor sit amet, consectetur adipiscing elit. Suspendisse quis enim pretium, bibendum ante ullamcorper, tincidunt augue. Nunc sed lorem aliquam, malesuada lectus eu, placerat lorem. Proin at aliquet sapien, vitae elementum mi. </a:t>
            </a:r>
            <a:endParaRPr b="0" lang="pt-BR" sz="1770" spc="-1" strike="noStrike">
              <a:latin typeface="Arial"/>
            </a:endParaRPr>
          </a:p>
        </p:txBody>
      </p:sp>
      <p:sp>
        <p:nvSpPr>
          <p:cNvPr id="85" name="TextBox 27"/>
          <p:cNvSpPr/>
          <p:nvPr/>
        </p:nvSpPr>
        <p:spPr>
          <a:xfrm>
            <a:off x="12528360" y="4334040"/>
            <a:ext cx="4952880" cy="1893960"/>
          </a:xfrm>
          <a:prstGeom prst="rect">
            <a:avLst/>
          </a:prstGeom>
          <a:noFill/>
          <a:ln w="0">
            <a:noFill/>
          </a:ln>
        </p:spPr>
        <p:style>
          <a:lnRef idx="0"/>
          <a:fillRef idx="0"/>
          <a:effectRef idx="0"/>
          <a:fontRef idx="minor"/>
        </p:style>
        <p:txBody>
          <a:bodyPr lIns="0" rIns="0" tIns="0" bIns="0" anchor="t">
            <a:spAutoFit/>
          </a:bodyPr>
          <a:p>
            <a:pPr>
              <a:lnSpc>
                <a:spcPts val="2486"/>
              </a:lnSpc>
            </a:pPr>
            <a:r>
              <a:rPr b="0" lang="pt-BR" sz="1770" spc="-1" strike="noStrike">
                <a:solidFill>
                  <a:srgbClr val="194a8d"/>
                </a:solidFill>
                <a:latin typeface="arial"/>
                <a:ea typeface="arial"/>
              </a:rPr>
              <a:t>Lorem ipsum dolor sit amet, consectetur adipiscing elit. Suspendisse quis enim pretium, bibendum ante ullamcorper, tincidunt augue. Nunc sed lorem aliquam, malesuada lectus eu, placerat lorem. Proin at aliquet sapien, vitae elementum mi. </a:t>
            </a:r>
            <a:endParaRPr b="0" lang="pt-BR" sz="1770" spc="-1" strike="noStrike">
              <a:latin typeface="Arial"/>
            </a:endParaRPr>
          </a:p>
        </p:txBody>
      </p:sp>
      <p:sp>
        <p:nvSpPr>
          <p:cNvPr id="86" name="TextBox 28"/>
          <p:cNvSpPr/>
          <p:nvPr/>
        </p:nvSpPr>
        <p:spPr>
          <a:xfrm>
            <a:off x="12528360" y="7176240"/>
            <a:ext cx="4952880" cy="1893960"/>
          </a:xfrm>
          <a:prstGeom prst="rect">
            <a:avLst/>
          </a:prstGeom>
          <a:noFill/>
          <a:ln w="0">
            <a:noFill/>
          </a:ln>
        </p:spPr>
        <p:style>
          <a:lnRef idx="0"/>
          <a:fillRef idx="0"/>
          <a:effectRef idx="0"/>
          <a:fontRef idx="minor"/>
        </p:style>
        <p:txBody>
          <a:bodyPr lIns="0" rIns="0" tIns="0" bIns="0" anchor="t">
            <a:spAutoFit/>
          </a:bodyPr>
          <a:p>
            <a:pPr>
              <a:lnSpc>
                <a:spcPts val="2486"/>
              </a:lnSpc>
            </a:pPr>
            <a:r>
              <a:rPr b="0" lang="pt-BR" sz="1770" spc="-1" strike="noStrike">
                <a:solidFill>
                  <a:srgbClr val="194a8d"/>
                </a:solidFill>
                <a:latin typeface="arial"/>
                <a:ea typeface="arial"/>
              </a:rPr>
              <a:t>Lorem ipsum dolor sit amet, consectetur adipiscing elit. Suspendisse quis enim pretium, bibendum ante ullamcorper, tincidunt augue. Nunc sed lorem aliquam, malesuada lectus eu, placerat lorem. Proin at aliquet sapien, vitae elementum mi. </a:t>
            </a:r>
            <a:endParaRPr b="0" lang="pt-BR" sz="177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53371"/>
            </a:gs>
            <a:gs pos="100000">
              <a:srgbClr val="4874b0"/>
            </a:gs>
          </a:gsLst>
          <a:lin ang="13500000"/>
        </a:gradFill>
      </p:bgPr>
    </p:bg>
    <p:spTree>
      <p:nvGrpSpPr>
        <p:cNvPr id="1" name=""/>
        <p:cNvGrpSpPr/>
        <p:nvPr/>
      </p:nvGrpSpPr>
      <p:grpSpPr>
        <a:xfrm>
          <a:off x="0" y="0"/>
          <a:ext cx="0" cy="0"/>
          <a:chOff x="0" y="0"/>
          <a:chExt cx="0" cy="0"/>
        </a:xfrm>
      </p:grpSpPr>
      <p:grpSp>
        <p:nvGrpSpPr>
          <p:cNvPr id="87" name="Group 2"/>
          <p:cNvGrpSpPr/>
          <p:nvPr/>
        </p:nvGrpSpPr>
        <p:grpSpPr>
          <a:xfrm>
            <a:off x="-633960" y="-735480"/>
            <a:ext cx="19639080" cy="5878800"/>
            <a:chOff x="-633960" y="-735480"/>
            <a:chExt cx="19639080" cy="5878800"/>
          </a:xfrm>
        </p:grpSpPr>
        <p:sp>
          <p:nvSpPr>
            <p:cNvPr id="88" name="Freeform 3"/>
            <p:cNvSpPr/>
            <p:nvPr/>
          </p:nvSpPr>
          <p:spPr>
            <a:xfrm>
              <a:off x="-633960" y="-554760"/>
              <a:ext cx="19639080" cy="5698080"/>
            </a:xfrm>
            <a:custGeom>
              <a:avLst/>
              <a:gdLst>
                <a:gd name="textAreaLeft" fmla="*/ 0 w 19639080"/>
                <a:gd name="textAreaRight" fmla="*/ 19639440 w 19639080"/>
                <a:gd name="textAreaTop" fmla="*/ 0 h 5698080"/>
                <a:gd name="textAreaBottom" fmla="*/ 5698440 h 5698080"/>
              </a:gdLst>
              <a:ahLst/>
              <a:rect l="textAreaLeft" t="textAreaTop" r="textAreaRight" b="textAreaBottom"/>
              <a:pathLst>
                <a:path w="5172535" h="1500793">
                  <a:moveTo>
                    <a:pt x="0" y="0"/>
                  </a:moveTo>
                  <a:lnTo>
                    <a:pt x="5172535" y="0"/>
                  </a:lnTo>
                  <a:lnTo>
                    <a:pt x="5172535" y="1500793"/>
                  </a:lnTo>
                  <a:lnTo>
                    <a:pt x="0" y="1500793"/>
                  </a:lnTo>
                  <a:close/>
                </a:path>
              </a:pathLst>
            </a:custGeom>
            <a:solidFill>
              <a:srgbClr val="ffffff"/>
            </a:solidFill>
            <a:ln w="0">
              <a:noFill/>
            </a:ln>
          </p:spPr>
          <p:style>
            <a:lnRef idx="0"/>
            <a:fillRef idx="0"/>
            <a:effectRef idx="0"/>
            <a:fontRef idx="minor"/>
          </p:style>
        </p:sp>
        <p:sp>
          <p:nvSpPr>
            <p:cNvPr id="89" name="TextBox 4"/>
            <p:cNvSpPr/>
            <p:nvPr/>
          </p:nvSpPr>
          <p:spPr>
            <a:xfrm>
              <a:off x="-633960" y="-735480"/>
              <a:ext cx="19639080" cy="5878800"/>
            </a:xfrm>
            <a:prstGeom prst="rect">
              <a:avLst/>
            </a:prstGeom>
            <a:noFill/>
            <a:ln w="0">
              <a:noFill/>
            </a:ln>
          </p:spPr>
          <p:style>
            <a:lnRef idx="0"/>
            <a:fillRef idx="0"/>
            <a:effectRef idx="0"/>
            <a:fontRef idx="minor"/>
          </p:style>
          <p:txBody>
            <a:bodyPr lIns="50760" rIns="50760" tIns="50760" bIns="50760" anchor="ctr">
              <a:noAutofit/>
            </a:bodyPr>
            <a:p>
              <a:pPr algn="ctr">
                <a:lnSpc>
                  <a:spcPts val="2659"/>
                </a:lnSpc>
              </a:pPr>
              <a:r>
                <a:rPr b="0" lang="en-US" sz="1900" spc="-1" strike="noStrike">
                  <a:solidFill>
                    <a:srgbClr val="ffffff"/>
                  </a:solidFill>
                  <a:latin typeface="arial"/>
                  <a:ea typeface="arial"/>
                </a:rPr>
                <a:t> </a:t>
              </a:r>
              <a:endParaRPr b="0" lang="pt-BR" sz="1900" spc="-1" strike="noStrike">
                <a:latin typeface="Arial"/>
              </a:endParaRPr>
            </a:p>
          </p:txBody>
        </p:sp>
      </p:grpSp>
      <p:sp>
        <p:nvSpPr>
          <p:cNvPr id="90" name="Freeform 5"/>
          <p:cNvSpPr/>
          <p:nvPr/>
        </p:nvSpPr>
        <p:spPr>
          <a:xfrm>
            <a:off x="-297720" y="-1579320"/>
            <a:ext cx="19483920" cy="12834720"/>
          </a:xfrm>
          <a:custGeom>
            <a:avLst/>
            <a:gdLst>
              <a:gd name="textAreaLeft" fmla="*/ 0 w 19483920"/>
              <a:gd name="textAreaRight" fmla="*/ 19484280 w 19483920"/>
              <a:gd name="textAreaTop" fmla="*/ 0 h 12834720"/>
              <a:gd name="textAreaBottom" fmla="*/ 12835080 h 12834720"/>
            </a:gdLst>
            <a:ahLst/>
            <a:rect l="textAreaLeft" t="textAreaTop" r="textAreaRight" b="textAreaBottom"/>
            <a:pathLst>
              <a:path w="19484227" h="12835235">
                <a:moveTo>
                  <a:pt x="0" y="0"/>
                </a:moveTo>
                <a:lnTo>
                  <a:pt x="19484227" y="0"/>
                </a:lnTo>
                <a:lnTo>
                  <a:pt x="19484227" y="12835234"/>
                </a:lnTo>
                <a:lnTo>
                  <a:pt x="0" y="12835234"/>
                </a:lnTo>
                <a:lnTo>
                  <a:pt x="0" y="0"/>
                </a:lnTo>
                <a:close/>
              </a:path>
            </a:pathLst>
          </a:custGeom>
          <a:blipFill rotWithShape="0">
            <a:blip r:embed="rId1">
              <a:alphaModFix amt="20000"/>
            </a:blip>
            <a:srcRect/>
            <a:stretch/>
          </a:blipFill>
          <a:ln w="0">
            <a:noFill/>
          </a:ln>
        </p:spPr>
        <p:style>
          <a:lnRef idx="0"/>
          <a:fillRef idx="0"/>
          <a:effectRef idx="0"/>
          <a:fontRef idx="minor"/>
        </p:style>
      </p:sp>
      <p:grpSp>
        <p:nvGrpSpPr>
          <p:cNvPr id="91" name="Group 6"/>
          <p:cNvGrpSpPr/>
          <p:nvPr/>
        </p:nvGrpSpPr>
        <p:grpSpPr>
          <a:xfrm>
            <a:off x="1187280" y="847800"/>
            <a:ext cx="7956360" cy="8410320"/>
            <a:chOff x="1187280" y="847800"/>
            <a:chExt cx="7956360" cy="8410320"/>
          </a:xfrm>
        </p:grpSpPr>
        <p:sp>
          <p:nvSpPr>
            <p:cNvPr id="92" name="Freeform 7"/>
            <p:cNvSpPr/>
            <p:nvPr/>
          </p:nvSpPr>
          <p:spPr>
            <a:xfrm>
              <a:off x="1187280" y="1028880"/>
              <a:ext cx="7956360" cy="8229240"/>
            </a:xfrm>
            <a:custGeom>
              <a:avLst/>
              <a:gdLst>
                <a:gd name="textAreaLeft" fmla="*/ 0 w 7956360"/>
                <a:gd name="textAreaRight" fmla="*/ 7956720 w 7956360"/>
                <a:gd name="textAreaTop" fmla="*/ 0 h 8229240"/>
                <a:gd name="textAreaBottom" fmla="*/ 8229600 h 8229240"/>
              </a:gdLst>
              <a:ahLst/>
              <a:rect l="textAreaLeft" t="textAreaTop" r="textAreaRight" b="textAreaBottom"/>
              <a:pathLst>
                <a:path w="2095585" h="2167467">
                  <a:moveTo>
                    <a:pt x="0" y="0"/>
                  </a:moveTo>
                  <a:lnTo>
                    <a:pt x="2095585" y="0"/>
                  </a:lnTo>
                  <a:lnTo>
                    <a:pt x="2095585" y="2167467"/>
                  </a:lnTo>
                  <a:lnTo>
                    <a:pt x="0" y="2167467"/>
                  </a:lnTo>
                  <a:close/>
                </a:path>
              </a:pathLst>
            </a:custGeom>
            <a:solidFill>
              <a:srgbClr val="6299e4"/>
            </a:solidFill>
            <a:ln w="0">
              <a:noFill/>
            </a:ln>
          </p:spPr>
          <p:style>
            <a:lnRef idx="0"/>
            <a:fillRef idx="0"/>
            <a:effectRef idx="0"/>
            <a:fontRef idx="minor"/>
          </p:style>
        </p:sp>
        <p:sp>
          <p:nvSpPr>
            <p:cNvPr id="93" name="TextBox 8"/>
            <p:cNvSpPr/>
            <p:nvPr/>
          </p:nvSpPr>
          <p:spPr>
            <a:xfrm>
              <a:off x="1187280" y="847800"/>
              <a:ext cx="7956360" cy="8409960"/>
            </a:xfrm>
            <a:prstGeom prst="rect">
              <a:avLst/>
            </a:prstGeom>
            <a:noFill/>
            <a:ln w="0">
              <a:noFill/>
            </a:ln>
          </p:spPr>
          <p:style>
            <a:lnRef idx="0"/>
            <a:fillRef idx="0"/>
            <a:effectRef idx="0"/>
            <a:fontRef idx="minor"/>
          </p:style>
          <p:txBody>
            <a:bodyPr lIns="50760" rIns="50760" tIns="50760" bIns="50760" anchor="ctr">
              <a:noAutofit/>
            </a:bodyPr>
            <a:p>
              <a:pPr algn="ctr">
                <a:lnSpc>
                  <a:spcPts val="2659"/>
                </a:lnSpc>
              </a:pPr>
              <a:r>
                <a:rPr b="0" lang="en-US" sz="1900" spc="-1" strike="noStrike">
                  <a:solidFill>
                    <a:srgbClr val="ffffff"/>
                  </a:solidFill>
                  <a:latin typeface="arial"/>
                  <a:ea typeface="arial"/>
                </a:rPr>
                <a:t> </a:t>
              </a:r>
              <a:endParaRPr b="0" lang="pt-BR" sz="1900" spc="-1" strike="noStrike">
                <a:latin typeface="Arial"/>
              </a:endParaRPr>
            </a:p>
          </p:txBody>
        </p:sp>
      </p:grpSp>
      <p:sp>
        <p:nvSpPr>
          <p:cNvPr id="94" name="TextBox 9"/>
          <p:cNvSpPr/>
          <p:nvPr/>
        </p:nvSpPr>
        <p:spPr>
          <a:xfrm>
            <a:off x="9928080" y="2399040"/>
            <a:ext cx="6988680" cy="1099440"/>
          </a:xfrm>
          <a:prstGeom prst="rect">
            <a:avLst/>
          </a:prstGeom>
          <a:noFill/>
          <a:ln w="0">
            <a:noFill/>
          </a:ln>
        </p:spPr>
        <p:style>
          <a:lnRef idx="0"/>
          <a:fillRef idx="0"/>
          <a:effectRef idx="0"/>
          <a:fontRef idx="minor"/>
        </p:style>
        <p:txBody>
          <a:bodyPr lIns="0" rIns="0" tIns="0" bIns="0" anchor="t">
            <a:spAutoFit/>
          </a:bodyPr>
          <a:p>
            <a:pPr algn="ctr">
              <a:lnSpc>
                <a:spcPts val="8654"/>
              </a:lnSpc>
            </a:pPr>
            <a:r>
              <a:rPr b="0" lang="pt-BR" sz="8160" spc="814" strike="noStrike">
                <a:solidFill>
                  <a:srgbClr val="ffffff"/>
                </a:solidFill>
                <a:latin typeface="League Spartan"/>
                <a:ea typeface="League Spartan"/>
              </a:rPr>
              <a:t>VISION</a:t>
            </a:r>
            <a:endParaRPr b="0" lang="pt-BR" sz="8160" spc="-1" strike="noStrike">
              <a:latin typeface="Arial"/>
            </a:endParaRPr>
          </a:p>
        </p:txBody>
      </p:sp>
      <p:grpSp>
        <p:nvGrpSpPr>
          <p:cNvPr id="95" name="Group 10"/>
          <p:cNvGrpSpPr/>
          <p:nvPr/>
        </p:nvGrpSpPr>
        <p:grpSpPr>
          <a:xfrm>
            <a:off x="9444240" y="847800"/>
            <a:ext cx="7956360" cy="8410320"/>
            <a:chOff x="9444240" y="847800"/>
            <a:chExt cx="7956360" cy="8410320"/>
          </a:xfrm>
        </p:grpSpPr>
        <p:sp>
          <p:nvSpPr>
            <p:cNvPr id="96" name="Freeform 11"/>
            <p:cNvSpPr/>
            <p:nvPr/>
          </p:nvSpPr>
          <p:spPr>
            <a:xfrm>
              <a:off x="9444240" y="1028880"/>
              <a:ext cx="7956360" cy="8229240"/>
            </a:xfrm>
            <a:custGeom>
              <a:avLst/>
              <a:gdLst>
                <a:gd name="textAreaLeft" fmla="*/ 0 w 7956360"/>
                <a:gd name="textAreaRight" fmla="*/ 7956720 w 7956360"/>
                <a:gd name="textAreaTop" fmla="*/ 0 h 8229240"/>
                <a:gd name="textAreaBottom" fmla="*/ 8229600 h 8229240"/>
              </a:gdLst>
              <a:ahLst/>
              <a:rect l="textAreaLeft" t="textAreaTop" r="textAreaRight" b="textAreaBottom"/>
              <a:pathLst>
                <a:path w="2095585" h="2167467">
                  <a:moveTo>
                    <a:pt x="0" y="0"/>
                  </a:moveTo>
                  <a:lnTo>
                    <a:pt x="2095585" y="0"/>
                  </a:lnTo>
                  <a:lnTo>
                    <a:pt x="2095585" y="2167467"/>
                  </a:lnTo>
                  <a:lnTo>
                    <a:pt x="0" y="2167467"/>
                  </a:lnTo>
                  <a:close/>
                </a:path>
              </a:pathLst>
            </a:custGeom>
            <a:solidFill>
              <a:srgbClr val="6299e4"/>
            </a:solidFill>
            <a:ln w="0">
              <a:noFill/>
            </a:ln>
          </p:spPr>
          <p:style>
            <a:lnRef idx="0"/>
            <a:fillRef idx="0"/>
            <a:effectRef idx="0"/>
            <a:fontRef idx="minor"/>
          </p:style>
        </p:sp>
        <p:sp>
          <p:nvSpPr>
            <p:cNvPr id="97" name="TextBox 12"/>
            <p:cNvSpPr/>
            <p:nvPr/>
          </p:nvSpPr>
          <p:spPr>
            <a:xfrm>
              <a:off x="9444240" y="847800"/>
              <a:ext cx="7956360" cy="8409960"/>
            </a:xfrm>
            <a:prstGeom prst="rect">
              <a:avLst/>
            </a:prstGeom>
            <a:noFill/>
            <a:ln w="0">
              <a:noFill/>
            </a:ln>
          </p:spPr>
          <p:style>
            <a:lnRef idx="0"/>
            <a:fillRef idx="0"/>
            <a:effectRef idx="0"/>
            <a:fontRef idx="minor"/>
          </p:style>
          <p:txBody>
            <a:bodyPr lIns="50760" rIns="50760" tIns="50760" bIns="50760" anchor="ctr">
              <a:noAutofit/>
            </a:bodyPr>
            <a:p>
              <a:pPr algn="ctr">
                <a:lnSpc>
                  <a:spcPts val="2659"/>
                </a:lnSpc>
              </a:pPr>
              <a:r>
                <a:rPr b="0" lang="en-US" sz="1900" spc="-1" strike="noStrike">
                  <a:solidFill>
                    <a:srgbClr val="ffffff"/>
                  </a:solidFill>
                  <a:latin typeface="arial"/>
                  <a:ea typeface="arial"/>
                </a:rPr>
                <a:t> </a:t>
              </a:r>
              <a:endParaRPr b="0" lang="pt-BR" sz="1900" spc="-1" strike="noStrike">
                <a:latin typeface="Arial"/>
              </a:endParaRPr>
            </a:p>
          </p:txBody>
        </p:sp>
      </p:grpSp>
      <p:sp>
        <p:nvSpPr>
          <p:cNvPr id="98" name="TextBox 13"/>
          <p:cNvSpPr/>
          <p:nvPr/>
        </p:nvSpPr>
        <p:spPr>
          <a:xfrm>
            <a:off x="1671120" y="1778760"/>
            <a:ext cx="6988680" cy="1099440"/>
          </a:xfrm>
          <a:prstGeom prst="rect">
            <a:avLst/>
          </a:prstGeom>
          <a:noFill/>
          <a:ln w="0">
            <a:noFill/>
          </a:ln>
        </p:spPr>
        <p:style>
          <a:lnRef idx="0"/>
          <a:fillRef idx="0"/>
          <a:effectRef idx="0"/>
          <a:fontRef idx="minor"/>
        </p:style>
        <p:txBody>
          <a:bodyPr lIns="0" rIns="0" tIns="0" bIns="0" anchor="t">
            <a:spAutoFit/>
          </a:bodyPr>
          <a:p>
            <a:pPr algn="ctr">
              <a:lnSpc>
                <a:spcPts val="8654"/>
              </a:lnSpc>
            </a:pPr>
            <a:r>
              <a:rPr b="0" lang="pt-BR" sz="8160" spc="814" strike="noStrike">
                <a:solidFill>
                  <a:srgbClr val="ffffff"/>
                </a:solidFill>
                <a:latin typeface="League Spartan"/>
                <a:ea typeface="League Spartan"/>
              </a:rPr>
              <a:t>VISION</a:t>
            </a:r>
            <a:endParaRPr b="0" lang="pt-BR" sz="8160" spc="-1" strike="noStrike">
              <a:latin typeface="Arial"/>
            </a:endParaRPr>
          </a:p>
        </p:txBody>
      </p:sp>
      <p:sp>
        <p:nvSpPr>
          <p:cNvPr id="99" name="TextBox 14"/>
          <p:cNvSpPr/>
          <p:nvPr/>
        </p:nvSpPr>
        <p:spPr>
          <a:xfrm>
            <a:off x="1671120" y="3371040"/>
            <a:ext cx="1434600" cy="1099440"/>
          </a:xfrm>
          <a:prstGeom prst="rect">
            <a:avLst/>
          </a:prstGeom>
          <a:noFill/>
          <a:ln w="0">
            <a:noFill/>
          </a:ln>
        </p:spPr>
        <p:style>
          <a:lnRef idx="0"/>
          <a:fillRef idx="0"/>
          <a:effectRef idx="0"/>
          <a:fontRef idx="minor"/>
        </p:style>
        <p:txBody>
          <a:bodyPr lIns="0" rIns="0" tIns="0" bIns="0" anchor="t">
            <a:spAutoFit/>
          </a:bodyPr>
          <a:p>
            <a:pPr>
              <a:lnSpc>
                <a:spcPts val="8654"/>
              </a:lnSpc>
            </a:pPr>
            <a:r>
              <a:rPr b="0" lang="pt-BR" sz="8160" spc="814" strike="noStrike">
                <a:solidFill>
                  <a:srgbClr val="ffffff">
                    <a:alpha val="44000"/>
                  </a:srgbClr>
                </a:solidFill>
                <a:latin typeface="League Spartan"/>
                <a:ea typeface="League Spartan"/>
              </a:rPr>
              <a:t>01</a:t>
            </a:r>
            <a:endParaRPr b="0" lang="pt-BR" sz="8160" spc="-1" strike="noStrike">
              <a:latin typeface="Arial"/>
            </a:endParaRPr>
          </a:p>
        </p:txBody>
      </p:sp>
      <p:sp>
        <p:nvSpPr>
          <p:cNvPr id="100" name="TextBox 15"/>
          <p:cNvSpPr/>
          <p:nvPr/>
        </p:nvSpPr>
        <p:spPr>
          <a:xfrm>
            <a:off x="10074960" y="1778760"/>
            <a:ext cx="6988680" cy="1099440"/>
          </a:xfrm>
          <a:prstGeom prst="rect">
            <a:avLst/>
          </a:prstGeom>
          <a:noFill/>
          <a:ln w="0">
            <a:noFill/>
          </a:ln>
        </p:spPr>
        <p:style>
          <a:lnRef idx="0"/>
          <a:fillRef idx="0"/>
          <a:effectRef idx="0"/>
          <a:fontRef idx="minor"/>
        </p:style>
        <p:txBody>
          <a:bodyPr lIns="0" rIns="0" tIns="0" bIns="0" anchor="t">
            <a:spAutoFit/>
          </a:bodyPr>
          <a:p>
            <a:pPr algn="ctr">
              <a:lnSpc>
                <a:spcPts val="8654"/>
              </a:lnSpc>
            </a:pPr>
            <a:r>
              <a:rPr b="0" lang="pt-BR" sz="8160" spc="814" strike="noStrike">
                <a:solidFill>
                  <a:srgbClr val="ffffff"/>
                </a:solidFill>
                <a:latin typeface="League Spartan"/>
                <a:ea typeface="League Spartan"/>
              </a:rPr>
              <a:t>MISSION</a:t>
            </a:r>
            <a:endParaRPr b="0" lang="pt-BR" sz="8160" spc="-1" strike="noStrike">
              <a:latin typeface="Arial"/>
            </a:endParaRPr>
          </a:p>
        </p:txBody>
      </p:sp>
      <p:sp>
        <p:nvSpPr>
          <p:cNvPr id="101" name="TextBox 16"/>
          <p:cNvSpPr/>
          <p:nvPr/>
        </p:nvSpPr>
        <p:spPr>
          <a:xfrm>
            <a:off x="3498120" y="3209400"/>
            <a:ext cx="5369760" cy="2354040"/>
          </a:xfrm>
          <a:prstGeom prst="rect">
            <a:avLst/>
          </a:prstGeom>
          <a:noFill/>
          <a:ln w="0">
            <a:noFill/>
          </a:ln>
        </p:spPr>
        <p:style>
          <a:lnRef idx="0"/>
          <a:fillRef idx="0"/>
          <a:effectRef idx="0"/>
          <a:fontRef idx="minor"/>
        </p:style>
        <p:txBody>
          <a:bodyPr lIns="0" rIns="0" tIns="0" bIns="0" anchor="t">
            <a:spAutoFit/>
          </a:bodyPr>
          <a:p>
            <a:pPr>
              <a:lnSpc>
                <a:spcPts val="3090"/>
              </a:lnSpc>
            </a:pPr>
            <a:r>
              <a:rPr b="0" lang="pt-BR" sz="2210" spc="-1" strike="noStrike">
                <a:solidFill>
                  <a:srgbClr val="ffffff"/>
                </a:solidFill>
                <a:latin typeface="arial"/>
                <a:ea typeface="arial"/>
              </a:rPr>
              <a:t>Lorem ipsum dolor sit amet, consectetur adipiscing elit. Suspendisse quis enim pretium, bibendum ante ullamcorper, tincidunt augue. Nunc sed lorem aliquam, malesuada lectus eu, placerat lorem. Proin at aliquet sapien, vitae elementum mi. </a:t>
            </a:r>
            <a:endParaRPr b="0" lang="pt-BR" sz="2210" spc="-1" strike="noStrike">
              <a:latin typeface="Arial"/>
            </a:endParaRPr>
          </a:p>
        </p:txBody>
      </p:sp>
      <p:sp>
        <p:nvSpPr>
          <p:cNvPr id="102" name="TextBox 17"/>
          <p:cNvSpPr/>
          <p:nvPr/>
        </p:nvSpPr>
        <p:spPr>
          <a:xfrm>
            <a:off x="1671120" y="6027120"/>
            <a:ext cx="1826640" cy="1099440"/>
          </a:xfrm>
          <a:prstGeom prst="rect">
            <a:avLst/>
          </a:prstGeom>
          <a:noFill/>
          <a:ln w="0">
            <a:noFill/>
          </a:ln>
        </p:spPr>
        <p:style>
          <a:lnRef idx="0"/>
          <a:fillRef idx="0"/>
          <a:effectRef idx="0"/>
          <a:fontRef idx="minor"/>
        </p:style>
        <p:txBody>
          <a:bodyPr lIns="0" rIns="0" tIns="0" bIns="0" anchor="t">
            <a:spAutoFit/>
          </a:bodyPr>
          <a:p>
            <a:pPr>
              <a:lnSpc>
                <a:spcPts val="8654"/>
              </a:lnSpc>
            </a:pPr>
            <a:r>
              <a:rPr b="0" lang="pt-BR" sz="8160" spc="814" strike="noStrike">
                <a:solidFill>
                  <a:srgbClr val="ffffff">
                    <a:alpha val="44000"/>
                  </a:srgbClr>
                </a:solidFill>
                <a:latin typeface="League Spartan"/>
                <a:ea typeface="League Spartan"/>
              </a:rPr>
              <a:t>02</a:t>
            </a:r>
            <a:endParaRPr b="0" lang="pt-BR" sz="8160" spc="-1" strike="noStrike">
              <a:latin typeface="Arial"/>
            </a:endParaRPr>
          </a:p>
        </p:txBody>
      </p:sp>
      <p:sp>
        <p:nvSpPr>
          <p:cNvPr id="103" name="TextBox 18"/>
          <p:cNvSpPr/>
          <p:nvPr/>
        </p:nvSpPr>
        <p:spPr>
          <a:xfrm>
            <a:off x="3498120" y="5865120"/>
            <a:ext cx="5369760" cy="2354040"/>
          </a:xfrm>
          <a:prstGeom prst="rect">
            <a:avLst/>
          </a:prstGeom>
          <a:noFill/>
          <a:ln w="0">
            <a:noFill/>
          </a:ln>
        </p:spPr>
        <p:style>
          <a:lnRef idx="0"/>
          <a:fillRef idx="0"/>
          <a:effectRef idx="0"/>
          <a:fontRef idx="minor"/>
        </p:style>
        <p:txBody>
          <a:bodyPr lIns="0" rIns="0" tIns="0" bIns="0" anchor="t">
            <a:spAutoFit/>
          </a:bodyPr>
          <a:p>
            <a:pPr>
              <a:lnSpc>
                <a:spcPts val="3090"/>
              </a:lnSpc>
            </a:pPr>
            <a:r>
              <a:rPr b="0" lang="pt-BR" sz="2210" spc="-1" strike="noStrike">
                <a:solidFill>
                  <a:srgbClr val="ffffff"/>
                </a:solidFill>
                <a:latin typeface="arial"/>
                <a:ea typeface="arial"/>
              </a:rPr>
              <a:t>Lorem ipsum dolor sit amet, consectetur adipiscing elit. Suspendisse quis enim pretium, bibendum ante ullamcorper, tincidunt augue. Nunc sed lorem aliquam, malesuada lectus eu, placerat lorem. Proin at aliquet sapien, vitae elementum mi. </a:t>
            </a:r>
            <a:endParaRPr b="0" lang="pt-BR" sz="2210" spc="-1" strike="noStrike">
              <a:latin typeface="Arial"/>
            </a:endParaRPr>
          </a:p>
        </p:txBody>
      </p:sp>
      <p:sp>
        <p:nvSpPr>
          <p:cNvPr id="104" name="TextBox 19"/>
          <p:cNvSpPr/>
          <p:nvPr/>
        </p:nvSpPr>
        <p:spPr>
          <a:xfrm>
            <a:off x="9824040" y="3371040"/>
            <a:ext cx="1434600" cy="1099440"/>
          </a:xfrm>
          <a:prstGeom prst="rect">
            <a:avLst/>
          </a:prstGeom>
          <a:noFill/>
          <a:ln w="0">
            <a:noFill/>
          </a:ln>
        </p:spPr>
        <p:style>
          <a:lnRef idx="0"/>
          <a:fillRef idx="0"/>
          <a:effectRef idx="0"/>
          <a:fontRef idx="minor"/>
        </p:style>
        <p:txBody>
          <a:bodyPr lIns="0" rIns="0" tIns="0" bIns="0" anchor="t">
            <a:spAutoFit/>
          </a:bodyPr>
          <a:p>
            <a:pPr>
              <a:lnSpc>
                <a:spcPts val="8654"/>
              </a:lnSpc>
            </a:pPr>
            <a:r>
              <a:rPr b="0" lang="pt-BR" sz="8160" spc="814" strike="noStrike">
                <a:solidFill>
                  <a:srgbClr val="ffffff">
                    <a:alpha val="44000"/>
                  </a:srgbClr>
                </a:solidFill>
                <a:latin typeface="League Spartan"/>
                <a:ea typeface="League Spartan"/>
              </a:rPr>
              <a:t>01</a:t>
            </a:r>
            <a:endParaRPr b="0" lang="pt-BR" sz="8160" spc="-1" strike="noStrike">
              <a:latin typeface="Arial"/>
            </a:endParaRPr>
          </a:p>
        </p:txBody>
      </p:sp>
      <p:sp>
        <p:nvSpPr>
          <p:cNvPr id="105" name="TextBox 20"/>
          <p:cNvSpPr/>
          <p:nvPr/>
        </p:nvSpPr>
        <p:spPr>
          <a:xfrm>
            <a:off x="11651040" y="3209400"/>
            <a:ext cx="5369760" cy="2354040"/>
          </a:xfrm>
          <a:prstGeom prst="rect">
            <a:avLst/>
          </a:prstGeom>
          <a:noFill/>
          <a:ln w="0">
            <a:noFill/>
          </a:ln>
        </p:spPr>
        <p:style>
          <a:lnRef idx="0"/>
          <a:fillRef idx="0"/>
          <a:effectRef idx="0"/>
          <a:fontRef idx="minor"/>
        </p:style>
        <p:txBody>
          <a:bodyPr lIns="0" rIns="0" tIns="0" bIns="0" anchor="t">
            <a:spAutoFit/>
          </a:bodyPr>
          <a:p>
            <a:pPr>
              <a:lnSpc>
                <a:spcPts val="3090"/>
              </a:lnSpc>
            </a:pPr>
            <a:r>
              <a:rPr b="0" lang="pt-BR" sz="2210" spc="-1" strike="noStrike">
                <a:solidFill>
                  <a:srgbClr val="ffffff"/>
                </a:solidFill>
                <a:latin typeface="arial"/>
                <a:ea typeface="arial"/>
              </a:rPr>
              <a:t>Lorem ipsum dolor sit amet, consectetur adipiscing elit. Suspendisse quis enim pretium, bibendum ante ullamcorper, tincidunt augue. Nunc sed lorem aliquam, malesuada lectus eu, placerat lorem. Proin at aliquet sapien, vitae elementum mi. </a:t>
            </a:r>
            <a:endParaRPr b="0" lang="pt-BR" sz="2210" spc="-1" strike="noStrike">
              <a:latin typeface="Arial"/>
            </a:endParaRPr>
          </a:p>
        </p:txBody>
      </p:sp>
      <p:sp>
        <p:nvSpPr>
          <p:cNvPr id="106" name="TextBox 21"/>
          <p:cNvSpPr/>
          <p:nvPr/>
        </p:nvSpPr>
        <p:spPr>
          <a:xfrm>
            <a:off x="9824040" y="6027120"/>
            <a:ext cx="1826640" cy="1099440"/>
          </a:xfrm>
          <a:prstGeom prst="rect">
            <a:avLst/>
          </a:prstGeom>
          <a:noFill/>
          <a:ln w="0">
            <a:noFill/>
          </a:ln>
        </p:spPr>
        <p:style>
          <a:lnRef idx="0"/>
          <a:fillRef idx="0"/>
          <a:effectRef idx="0"/>
          <a:fontRef idx="minor"/>
        </p:style>
        <p:txBody>
          <a:bodyPr lIns="0" rIns="0" tIns="0" bIns="0" anchor="t">
            <a:spAutoFit/>
          </a:bodyPr>
          <a:p>
            <a:pPr>
              <a:lnSpc>
                <a:spcPts val="8654"/>
              </a:lnSpc>
            </a:pPr>
            <a:r>
              <a:rPr b="0" lang="pt-BR" sz="8160" spc="814" strike="noStrike">
                <a:solidFill>
                  <a:srgbClr val="ffffff">
                    <a:alpha val="44000"/>
                  </a:srgbClr>
                </a:solidFill>
                <a:latin typeface="League Spartan"/>
                <a:ea typeface="League Spartan"/>
              </a:rPr>
              <a:t>02</a:t>
            </a:r>
            <a:endParaRPr b="0" lang="pt-BR" sz="8160" spc="-1" strike="noStrike">
              <a:latin typeface="Arial"/>
            </a:endParaRPr>
          </a:p>
        </p:txBody>
      </p:sp>
      <p:sp>
        <p:nvSpPr>
          <p:cNvPr id="107" name="TextBox 22"/>
          <p:cNvSpPr/>
          <p:nvPr/>
        </p:nvSpPr>
        <p:spPr>
          <a:xfrm>
            <a:off x="11651040" y="5865120"/>
            <a:ext cx="5369760" cy="2354040"/>
          </a:xfrm>
          <a:prstGeom prst="rect">
            <a:avLst/>
          </a:prstGeom>
          <a:noFill/>
          <a:ln w="0">
            <a:noFill/>
          </a:ln>
        </p:spPr>
        <p:style>
          <a:lnRef idx="0"/>
          <a:fillRef idx="0"/>
          <a:effectRef idx="0"/>
          <a:fontRef idx="minor"/>
        </p:style>
        <p:txBody>
          <a:bodyPr lIns="0" rIns="0" tIns="0" bIns="0" anchor="t">
            <a:spAutoFit/>
          </a:bodyPr>
          <a:p>
            <a:pPr>
              <a:lnSpc>
                <a:spcPts val="3090"/>
              </a:lnSpc>
            </a:pPr>
            <a:r>
              <a:rPr b="0" lang="pt-BR" sz="2210" spc="-1" strike="noStrike">
                <a:solidFill>
                  <a:srgbClr val="ffffff"/>
                </a:solidFill>
                <a:latin typeface="arial"/>
                <a:ea typeface="arial"/>
              </a:rPr>
              <a:t>Lorem ipsum dolor sit amet, consectetur adipiscing elit. Suspendisse quis enim pretium, bibendum ante ullamcorper, tincidunt augue. Nunc sed lorem aliquam, malesuada lectus eu, placerat lorem. Proin at aliquet sapien, vitae elementum mi. </a:t>
            </a:r>
            <a:endParaRPr b="0" lang="pt-BR" sz="221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53371"/>
            </a:gs>
            <a:gs pos="100000">
              <a:srgbClr val="4874b0"/>
            </a:gs>
          </a:gsLst>
          <a:lin ang="13500000"/>
        </a:gradFill>
      </p:bgPr>
    </p:bg>
    <p:spTree>
      <p:nvGrpSpPr>
        <p:cNvPr id="1" name=""/>
        <p:cNvGrpSpPr/>
        <p:nvPr/>
      </p:nvGrpSpPr>
      <p:grpSpPr>
        <a:xfrm>
          <a:off x="0" y="0"/>
          <a:ext cx="0" cy="0"/>
          <a:chOff x="0" y="0"/>
          <a:chExt cx="0" cy="0"/>
        </a:xfrm>
      </p:grpSpPr>
      <p:sp>
        <p:nvSpPr>
          <p:cNvPr id="108" name="Freeform 2"/>
          <p:cNvSpPr/>
          <p:nvPr/>
        </p:nvSpPr>
        <p:spPr>
          <a:xfrm>
            <a:off x="-261720" y="-1359000"/>
            <a:ext cx="9753480" cy="13005000"/>
          </a:xfrm>
          <a:custGeom>
            <a:avLst/>
            <a:gdLst>
              <a:gd name="textAreaLeft" fmla="*/ 0 w 9753480"/>
              <a:gd name="textAreaRight" fmla="*/ 9753840 w 9753480"/>
              <a:gd name="textAreaTop" fmla="*/ 0 h 13005000"/>
              <a:gd name="textAreaBottom" fmla="*/ 13005360 h 13005000"/>
            </a:gdLst>
            <a:ahLst/>
            <a:rect l="textAreaLeft" t="textAreaTop" r="textAreaRight" b="textAreaBottom"/>
            <a:pathLst>
              <a:path w="9754014" h="13005352">
                <a:moveTo>
                  <a:pt x="0" y="0"/>
                </a:moveTo>
                <a:lnTo>
                  <a:pt x="9754015" y="0"/>
                </a:lnTo>
                <a:lnTo>
                  <a:pt x="9754015" y="13005352"/>
                </a:lnTo>
                <a:lnTo>
                  <a:pt x="0" y="13005352"/>
                </a:lnTo>
                <a:lnTo>
                  <a:pt x="0" y="0"/>
                </a:lnTo>
                <a:close/>
              </a:path>
            </a:pathLst>
          </a:custGeom>
          <a:blipFill rotWithShape="0">
            <a:blip r:embed="rId1">
              <a:alphaModFix amt="39000"/>
            </a:blip>
            <a:srcRect/>
            <a:stretch/>
          </a:blipFill>
          <a:ln w="0">
            <a:noFill/>
          </a:ln>
        </p:spPr>
        <p:style>
          <a:lnRef idx="0"/>
          <a:fillRef idx="0"/>
          <a:effectRef idx="0"/>
          <a:fontRef idx="minor"/>
        </p:style>
      </p:sp>
      <p:grpSp>
        <p:nvGrpSpPr>
          <p:cNvPr id="109" name="Group 3"/>
          <p:cNvGrpSpPr/>
          <p:nvPr/>
        </p:nvGrpSpPr>
        <p:grpSpPr>
          <a:xfrm>
            <a:off x="8549640" y="871920"/>
            <a:ext cx="8709120" cy="2595600"/>
            <a:chOff x="8549640" y="871920"/>
            <a:chExt cx="8709120" cy="2595600"/>
          </a:xfrm>
        </p:grpSpPr>
        <p:sp>
          <p:nvSpPr>
            <p:cNvPr id="110" name="Freeform 4"/>
            <p:cNvSpPr/>
            <p:nvPr/>
          </p:nvSpPr>
          <p:spPr>
            <a:xfrm>
              <a:off x="8549640" y="1028880"/>
              <a:ext cx="8709120" cy="2438640"/>
            </a:xfrm>
            <a:custGeom>
              <a:avLst/>
              <a:gdLst>
                <a:gd name="textAreaLeft" fmla="*/ 0 w 8709120"/>
                <a:gd name="textAreaRight" fmla="*/ 8709480 w 8709120"/>
                <a:gd name="textAreaTop" fmla="*/ 0 h 2438640"/>
                <a:gd name="textAreaBottom" fmla="*/ 2439000 h 2438640"/>
              </a:gdLst>
              <a:ahLst/>
              <a:rect l="textAreaLeft" t="textAreaTop" r="textAreaRight" b="textAreaBottom"/>
              <a:pathLst>
                <a:path w="2644579" h="740534">
                  <a:moveTo>
                    <a:pt x="0" y="0"/>
                  </a:moveTo>
                  <a:lnTo>
                    <a:pt x="2644579" y="0"/>
                  </a:lnTo>
                  <a:lnTo>
                    <a:pt x="2644579" y="740534"/>
                  </a:lnTo>
                  <a:lnTo>
                    <a:pt x="0" y="740534"/>
                  </a:lnTo>
                  <a:close/>
                </a:path>
              </a:pathLst>
            </a:custGeom>
            <a:solidFill>
              <a:srgbClr val="ffffff"/>
            </a:solidFill>
            <a:ln w="0">
              <a:noFill/>
            </a:ln>
          </p:spPr>
          <p:style>
            <a:lnRef idx="0"/>
            <a:fillRef idx="0"/>
            <a:effectRef idx="0"/>
            <a:fontRef idx="minor"/>
          </p:style>
        </p:sp>
        <p:sp>
          <p:nvSpPr>
            <p:cNvPr id="111" name="TextBox 5"/>
            <p:cNvSpPr/>
            <p:nvPr/>
          </p:nvSpPr>
          <p:spPr>
            <a:xfrm>
              <a:off x="8549640" y="871920"/>
              <a:ext cx="8709120" cy="2595240"/>
            </a:xfrm>
            <a:prstGeom prst="rect">
              <a:avLst/>
            </a:prstGeom>
            <a:noFill/>
            <a:ln w="0">
              <a:noFill/>
            </a:ln>
          </p:spPr>
          <p:style>
            <a:lnRef idx="0"/>
            <a:fillRef idx="0"/>
            <a:effectRef idx="0"/>
            <a:fontRef idx="minor"/>
          </p:style>
        </p:sp>
      </p:grpSp>
      <p:sp>
        <p:nvSpPr>
          <p:cNvPr id="112" name="TextBox 6"/>
          <p:cNvSpPr/>
          <p:nvPr/>
        </p:nvSpPr>
        <p:spPr>
          <a:xfrm>
            <a:off x="-540000" y="4080240"/>
            <a:ext cx="9230400" cy="1099440"/>
          </a:xfrm>
          <a:prstGeom prst="rect">
            <a:avLst/>
          </a:prstGeom>
          <a:noFill/>
          <a:ln w="0">
            <a:noFill/>
          </a:ln>
        </p:spPr>
        <p:style>
          <a:lnRef idx="0"/>
          <a:fillRef idx="0"/>
          <a:effectRef idx="0"/>
          <a:fontRef idx="minor"/>
        </p:style>
        <p:txBody>
          <a:bodyPr lIns="0" rIns="0" tIns="0" bIns="0" anchor="t">
            <a:spAutoFit/>
          </a:bodyPr>
          <a:p>
            <a:pPr algn="ctr">
              <a:lnSpc>
                <a:spcPts val="8654"/>
              </a:lnSpc>
            </a:pPr>
            <a:r>
              <a:rPr b="0" lang="pt-BR" sz="8160" spc="814" strike="noStrike">
                <a:solidFill>
                  <a:srgbClr val="ffffff"/>
                </a:solidFill>
                <a:latin typeface="League Spartan"/>
                <a:ea typeface="League Spartan"/>
              </a:rPr>
              <a:t>Estatísticas</a:t>
            </a:r>
            <a:endParaRPr b="0" lang="pt-BR" sz="8160" spc="-1" strike="noStrike">
              <a:latin typeface="Arial"/>
            </a:endParaRPr>
          </a:p>
        </p:txBody>
      </p:sp>
      <p:grpSp>
        <p:nvGrpSpPr>
          <p:cNvPr id="113" name="Group 7"/>
          <p:cNvGrpSpPr/>
          <p:nvPr/>
        </p:nvGrpSpPr>
        <p:grpSpPr>
          <a:xfrm>
            <a:off x="8549640" y="3955680"/>
            <a:ext cx="8709480" cy="2595960"/>
            <a:chOff x="8549640" y="3955680"/>
            <a:chExt cx="8709480" cy="2595960"/>
          </a:xfrm>
        </p:grpSpPr>
        <p:grpSp>
          <p:nvGrpSpPr>
            <p:cNvPr id="114" name=""/>
            <p:cNvGrpSpPr/>
            <p:nvPr/>
          </p:nvGrpSpPr>
          <p:grpSpPr>
            <a:xfrm>
              <a:off x="8549640" y="4113000"/>
              <a:ext cx="8709480" cy="2438640"/>
              <a:chOff x="8549640" y="4113000"/>
              <a:chExt cx="8709480" cy="2438640"/>
            </a:xfrm>
          </p:grpSpPr>
          <p:sp>
            <p:nvSpPr>
              <p:cNvPr id="115" name=""/>
              <p:cNvSpPr/>
              <p:nvPr/>
            </p:nvSpPr>
            <p:spPr>
              <a:xfrm>
                <a:off x="8549640" y="4113000"/>
                <a:ext cx="8709480" cy="2438640"/>
              </a:xfrm>
              <a:custGeom>
                <a:avLst/>
                <a:gdLst/>
                <a:ahLst/>
                <a:rect l="0" t="0" r="r" b="b"/>
                <a:pathLst>
                  <a:path w="24193" h="6774">
                    <a:moveTo>
                      <a:pt x="0" y="0"/>
                    </a:moveTo>
                    <a:lnTo>
                      <a:pt x="24193" y="0"/>
                    </a:lnTo>
                    <a:lnTo>
                      <a:pt x="24193" y="6774"/>
                    </a:lnTo>
                    <a:lnTo>
                      <a:pt x="0" y="6774"/>
                    </a:lnTo>
                    <a:lnTo>
                      <a:pt x="0" y="0"/>
                    </a:lnTo>
                    <a:close/>
                  </a:path>
                </a:pathLst>
              </a:custGeom>
              <a:solidFill>
                <a:srgbClr val="ffffff"/>
              </a:solidFill>
              <a:ln w="0">
                <a:noFill/>
              </a:ln>
            </p:spPr>
          </p:sp>
          <p:sp>
            <p:nvSpPr>
              <p:cNvPr id="116" name=""/>
              <p:cNvSpPr/>
              <p:nvPr/>
            </p:nvSpPr>
            <p:spPr>
              <a:xfrm>
                <a:off x="8549640" y="4113000"/>
                <a:ext cx="8709480" cy="2438640"/>
              </a:xfrm>
              <a:custGeom>
                <a:avLst/>
                <a:gdLst/>
                <a:ahLst/>
                <a:rect l="0" t="0" r="r" b="b"/>
                <a:pathLst>
                  <a:path w="24193" h="6774">
                    <a:moveTo>
                      <a:pt x="0" y="0"/>
                    </a:moveTo>
                    <a:lnTo>
                      <a:pt x="24193" y="0"/>
                    </a:lnTo>
                    <a:lnTo>
                      <a:pt x="24193" y="6774"/>
                    </a:lnTo>
                    <a:lnTo>
                      <a:pt x="0" y="6774"/>
                    </a:lnTo>
                    <a:lnTo>
                      <a:pt x="0" y="0"/>
                    </a:lnTo>
                    <a:close/>
                  </a:path>
                </a:pathLst>
              </a:custGeom>
              <a:noFill/>
              <a:ln w="0">
                <a:noFill/>
              </a:ln>
            </p:spPr>
          </p:sp>
        </p:grpSp>
        <p:sp>
          <p:nvSpPr>
            <p:cNvPr id="117" name=""/>
            <p:cNvSpPr/>
            <p:nvPr/>
          </p:nvSpPr>
          <p:spPr>
            <a:xfrm>
              <a:off x="8549640" y="3955680"/>
              <a:ext cx="8709120" cy="2595240"/>
            </a:xfrm>
            <a:custGeom>
              <a:avLst/>
              <a:gdLst/>
              <a:ahLst/>
              <a:rect l="0" t="0" r="r" b="b"/>
              <a:pathLst>
                <a:path w="24192" h="7209">
                  <a:moveTo>
                    <a:pt x="0" y="7209"/>
                  </a:moveTo>
                  <a:lnTo>
                    <a:pt x="0" y="0"/>
                  </a:lnTo>
                  <a:lnTo>
                    <a:pt x="24192" y="0"/>
                  </a:lnTo>
                  <a:lnTo>
                    <a:pt x="24192" y="7209"/>
                  </a:lnTo>
                  <a:lnTo>
                    <a:pt x="0" y="7209"/>
                  </a:lnTo>
                  <a:close/>
                </a:path>
              </a:pathLst>
            </a:custGeom>
            <a:noFill/>
            <a:ln w="0">
              <a:noFill/>
            </a:ln>
          </p:spPr>
        </p:sp>
      </p:grpSp>
      <p:grpSp>
        <p:nvGrpSpPr>
          <p:cNvPr id="118" name="Group 10"/>
          <p:cNvGrpSpPr/>
          <p:nvPr/>
        </p:nvGrpSpPr>
        <p:grpSpPr>
          <a:xfrm>
            <a:off x="8549640" y="7040520"/>
            <a:ext cx="8709120" cy="2595240"/>
            <a:chOff x="8549640" y="7040520"/>
            <a:chExt cx="8709120" cy="2595240"/>
          </a:xfrm>
        </p:grpSpPr>
        <p:sp>
          <p:nvSpPr>
            <p:cNvPr id="119" name="Freeform 11"/>
            <p:cNvSpPr/>
            <p:nvPr/>
          </p:nvSpPr>
          <p:spPr>
            <a:xfrm>
              <a:off x="8549640" y="7197120"/>
              <a:ext cx="8709120" cy="2438640"/>
            </a:xfrm>
            <a:custGeom>
              <a:avLst/>
              <a:gdLst>
                <a:gd name="textAreaLeft" fmla="*/ 0 w 8709120"/>
                <a:gd name="textAreaRight" fmla="*/ 8709480 w 8709120"/>
                <a:gd name="textAreaTop" fmla="*/ 0 h 2438640"/>
                <a:gd name="textAreaBottom" fmla="*/ 2439000 h 2438640"/>
              </a:gdLst>
              <a:ahLst/>
              <a:rect l="textAreaLeft" t="textAreaTop" r="textAreaRight" b="textAreaBottom"/>
              <a:pathLst>
                <a:path w="2644579" h="740534">
                  <a:moveTo>
                    <a:pt x="0" y="0"/>
                  </a:moveTo>
                  <a:lnTo>
                    <a:pt x="2644579" y="0"/>
                  </a:lnTo>
                  <a:lnTo>
                    <a:pt x="2644579" y="740534"/>
                  </a:lnTo>
                  <a:lnTo>
                    <a:pt x="0" y="740534"/>
                  </a:lnTo>
                  <a:close/>
                </a:path>
              </a:pathLst>
            </a:custGeom>
            <a:solidFill>
              <a:srgbClr val="ffffff"/>
            </a:solidFill>
            <a:ln w="0">
              <a:noFill/>
            </a:ln>
          </p:spPr>
          <p:style>
            <a:lnRef idx="0"/>
            <a:fillRef idx="0"/>
            <a:effectRef idx="0"/>
            <a:fontRef idx="minor"/>
          </p:style>
        </p:sp>
        <p:sp>
          <p:nvSpPr>
            <p:cNvPr id="120" name="TextBox 12"/>
            <p:cNvSpPr/>
            <p:nvPr/>
          </p:nvSpPr>
          <p:spPr>
            <a:xfrm>
              <a:off x="8549640" y="7040520"/>
              <a:ext cx="8709120" cy="2595240"/>
            </a:xfrm>
            <a:prstGeom prst="rect">
              <a:avLst/>
            </a:prstGeom>
            <a:noFill/>
            <a:ln w="0">
              <a:noFill/>
            </a:ln>
          </p:spPr>
          <p:style>
            <a:lnRef idx="0"/>
            <a:fillRef idx="0"/>
            <a:effectRef idx="0"/>
            <a:fontRef idx="minor"/>
          </p:style>
        </p:sp>
      </p:grpSp>
      <p:grpSp>
        <p:nvGrpSpPr>
          <p:cNvPr id="121" name="Group 13"/>
          <p:cNvGrpSpPr/>
          <p:nvPr/>
        </p:nvGrpSpPr>
        <p:grpSpPr>
          <a:xfrm>
            <a:off x="7882200" y="120240"/>
            <a:ext cx="1731600" cy="1731600"/>
            <a:chOff x="7882200" y="120240"/>
            <a:chExt cx="1731600" cy="1731600"/>
          </a:xfrm>
        </p:grpSpPr>
        <p:sp>
          <p:nvSpPr>
            <p:cNvPr id="122" name="Freeform 14"/>
            <p:cNvSpPr/>
            <p:nvPr/>
          </p:nvSpPr>
          <p:spPr>
            <a:xfrm>
              <a:off x="7882200" y="120240"/>
              <a:ext cx="1731600" cy="1731600"/>
            </a:xfrm>
            <a:custGeom>
              <a:avLst/>
              <a:gdLst>
                <a:gd name="textAreaLeft" fmla="*/ 0 w 1731600"/>
                <a:gd name="textAreaRight" fmla="*/ 1731960 w 1731600"/>
                <a:gd name="textAreaTop" fmla="*/ 0 h 1731600"/>
                <a:gd name="textAreaBottom" fmla="*/ 1731960 h 1731600"/>
              </a:gdLst>
              <a:ah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4a8d"/>
            </a:solidFill>
            <a:ln w="0">
              <a:noFill/>
            </a:ln>
          </p:spPr>
          <p:style>
            <a:lnRef idx="0"/>
            <a:fillRef idx="0"/>
            <a:effectRef idx="0"/>
            <a:fontRef idx="minor"/>
          </p:style>
        </p:sp>
        <p:sp>
          <p:nvSpPr>
            <p:cNvPr id="123" name="TextBox 15"/>
            <p:cNvSpPr/>
            <p:nvPr/>
          </p:nvSpPr>
          <p:spPr>
            <a:xfrm>
              <a:off x="8044560" y="181080"/>
              <a:ext cx="1406880" cy="1508400"/>
            </a:xfrm>
            <a:prstGeom prst="rect">
              <a:avLst/>
            </a:prstGeom>
            <a:noFill/>
            <a:ln w="0">
              <a:noFill/>
            </a:ln>
          </p:spPr>
          <p:style>
            <a:lnRef idx="0"/>
            <a:fillRef idx="0"/>
            <a:effectRef idx="0"/>
            <a:fontRef idx="minor"/>
          </p:style>
        </p:sp>
      </p:grpSp>
      <p:grpSp>
        <p:nvGrpSpPr>
          <p:cNvPr id="124" name="Group 16"/>
          <p:cNvGrpSpPr/>
          <p:nvPr/>
        </p:nvGrpSpPr>
        <p:grpSpPr>
          <a:xfrm>
            <a:off x="7738200" y="3492360"/>
            <a:ext cx="1731600" cy="1731600"/>
            <a:chOff x="7738200" y="3492360"/>
            <a:chExt cx="1731600" cy="1731600"/>
          </a:xfrm>
        </p:grpSpPr>
        <p:sp>
          <p:nvSpPr>
            <p:cNvPr id="125" name="Freeform 17"/>
            <p:cNvSpPr/>
            <p:nvPr/>
          </p:nvSpPr>
          <p:spPr>
            <a:xfrm>
              <a:off x="7738200" y="3492360"/>
              <a:ext cx="1731600" cy="1731600"/>
            </a:xfrm>
            <a:custGeom>
              <a:avLst/>
              <a:gdLst>
                <a:gd name="textAreaLeft" fmla="*/ 0 w 1731600"/>
                <a:gd name="textAreaRight" fmla="*/ 1731960 w 1731600"/>
                <a:gd name="textAreaTop" fmla="*/ 0 h 1731600"/>
                <a:gd name="textAreaBottom" fmla="*/ 1731960 h 1731600"/>
              </a:gdLst>
              <a:ah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4a8d"/>
            </a:solidFill>
            <a:ln w="0">
              <a:noFill/>
            </a:ln>
          </p:spPr>
          <p:style>
            <a:lnRef idx="0"/>
            <a:fillRef idx="0"/>
            <a:effectRef idx="0"/>
            <a:fontRef idx="minor"/>
          </p:style>
        </p:sp>
        <p:sp>
          <p:nvSpPr>
            <p:cNvPr id="126" name="TextBox 18"/>
            <p:cNvSpPr/>
            <p:nvPr/>
          </p:nvSpPr>
          <p:spPr>
            <a:xfrm>
              <a:off x="7900560" y="3553200"/>
              <a:ext cx="1406880" cy="1508400"/>
            </a:xfrm>
            <a:prstGeom prst="rect">
              <a:avLst/>
            </a:prstGeom>
            <a:noFill/>
            <a:ln w="0">
              <a:noFill/>
            </a:ln>
          </p:spPr>
          <p:style>
            <a:lnRef idx="0"/>
            <a:fillRef idx="0"/>
            <a:effectRef idx="0"/>
            <a:fontRef idx="minor"/>
          </p:style>
        </p:sp>
      </p:grpSp>
      <p:grpSp>
        <p:nvGrpSpPr>
          <p:cNvPr id="127" name="Group 19"/>
          <p:cNvGrpSpPr/>
          <p:nvPr/>
        </p:nvGrpSpPr>
        <p:grpSpPr>
          <a:xfrm>
            <a:off x="7738200" y="6576840"/>
            <a:ext cx="2109240" cy="1731600"/>
            <a:chOff x="7738200" y="6576840"/>
            <a:chExt cx="2109240" cy="1731600"/>
          </a:xfrm>
        </p:grpSpPr>
        <p:sp>
          <p:nvSpPr>
            <p:cNvPr id="128" name="Freeform 20"/>
            <p:cNvSpPr/>
            <p:nvPr/>
          </p:nvSpPr>
          <p:spPr>
            <a:xfrm>
              <a:off x="7738200" y="6576840"/>
              <a:ext cx="1731600" cy="1731600"/>
            </a:xfrm>
            <a:custGeom>
              <a:avLst/>
              <a:gdLst>
                <a:gd name="textAreaLeft" fmla="*/ 0 w 1731600"/>
                <a:gd name="textAreaRight" fmla="*/ 1731960 w 1731600"/>
                <a:gd name="textAreaTop" fmla="*/ 0 h 1731600"/>
                <a:gd name="textAreaBottom" fmla="*/ 1731960 h 1731600"/>
              </a:gdLst>
              <a:ah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4a8d"/>
            </a:solidFill>
            <a:ln w="0">
              <a:noFill/>
            </a:ln>
          </p:spPr>
          <p:style>
            <a:lnRef idx="0"/>
            <a:fillRef idx="0"/>
            <a:effectRef idx="0"/>
            <a:fontRef idx="minor"/>
          </p:style>
        </p:sp>
        <p:sp>
          <p:nvSpPr>
            <p:cNvPr id="129" name="TextBox 21"/>
            <p:cNvSpPr/>
            <p:nvPr/>
          </p:nvSpPr>
          <p:spPr>
            <a:xfrm>
              <a:off x="8440560" y="6745680"/>
              <a:ext cx="1406880" cy="1508400"/>
            </a:xfrm>
            <a:prstGeom prst="rect">
              <a:avLst/>
            </a:prstGeom>
            <a:noFill/>
            <a:ln w="0">
              <a:noFill/>
            </a:ln>
          </p:spPr>
          <p:style>
            <a:lnRef idx="0"/>
            <a:fillRef idx="0"/>
            <a:effectRef idx="0"/>
            <a:fontRef idx="minor"/>
          </p:style>
        </p:sp>
      </p:grpSp>
      <p:sp>
        <p:nvSpPr>
          <p:cNvPr id="130" name="TextBox 22"/>
          <p:cNvSpPr/>
          <p:nvPr/>
        </p:nvSpPr>
        <p:spPr>
          <a:xfrm>
            <a:off x="11468160" y="1256760"/>
            <a:ext cx="2751840" cy="363240"/>
          </a:xfrm>
          <a:prstGeom prst="rect">
            <a:avLst/>
          </a:prstGeom>
          <a:noFill/>
          <a:ln w="0">
            <a:noFill/>
          </a:ln>
        </p:spPr>
        <p:style>
          <a:lnRef idx="0"/>
          <a:fillRef idx="0"/>
          <a:effectRef idx="0"/>
          <a:fontRef idx="minor"/>
        </p:style>
        <p:txBody>
          <a:bodyPr lIns="0" rIns="0" tIns="0" bIns="0" anchor="t">
            <a:spAutoFit/>
          </a:bodyPr>
          <a:p>
            <a:pPr>
              <a:lnSpc>
                <a:spcPts val="2857"/>
              </a:lnSpc>
            </a:pPr>
            <a:r>
              <a:rPr b="0" lang="pt-BR" sz="3200" spc="-1" strike="noStrike">
                <a:solidFill>
                  <a:srgbClr val="194a8d"/>
                </a:solidFill>
                <a:latin typeface="arial"/>
                <a:ea typeface="arial"/>
              </a:rPr>
              <a:t>Endividamento</a:t>
            </a:r>
            <a:endParaRPr b="0" lang="pt-BR" sz="3200" spc="-1" strike="noStrike">
              <a:latin typeface="Arial"/>
            </a:endParaRPr>
          </a:p>
        </p:txBody>
      </p:sp>
      <p:sp>
        <p:nvSpPr>
          <p:cNvPr id="131" name="TextBox 25"/>
          <p:cNvSpPr/>
          <p:nvPr/>
        </p:nvSpPr>
        <p:spPr>
          <a:xfrm>
            <a:off x="7918200" y="677160"/>
            <a:ext cx="1679400" cy="715680"/>
          </a:xfrm>
          <a:prstGeom prst="rect">
            <a:avLst/>
          </a:prstGeom>
          <a:noFill/>
          <a:ln w="0">
            <a:noFill/>
          </a:ln>
        </p:spPr>
        <p:style>
          <a:lnRef idx="0"/>
          <a:fillRef idx="0"/>
          <a:effectRef idx="0"/>
          <a:fontRef idx="minor"/>
        </p:style>
        <p:txBody>
          <a:bodyPr lIns="0" rIns="0" tIns="0" bIns="0" anchor="t">
            <a:spAutoFit/>
          </a:bodyPr>
          <a:p>
            <a:pPr algn="ctr">
              <a:lnSpc>
                <a:spcPts val="5632"/>
              </a:lnSpc>
            </a:pPr>
            <a:r>
              <a:rPr b="0" lang="pt-BR" sz="5310" spc="528" strike="noStrike">
                <a:solidFill>
                  <a:srgbClr val="ffffff"/>
                </a:solidFill>
                <a:latin typeface="League Spartan"/>
                <a:ea typeface="League Spartan"/>
              </a:rPr>
              <a:t>01</a:t>
            </a:r>
            <a:endParaRPr b="0" lang="pt-BR" sz="5310" spc="-1" strike="noStrike">
              <a:latin typeface="Arial"/>
            </a:endParaRPr>
          </a:p>
        </p:txBody>
      </p:sp>
      <p:sp>
        <p:nvSpPr>
          <p:cNvPr id="132" name="TextBox 26"/>
          <p:cNvSpPr/>
          <p:nvPr/>
        </p:nvSpPr>
        <p:spPr>
          <a:xfrm>
            <a:off x="7764120" y="4037760"/>
            <a:ext cx="1679400" cy="715680"/>
          </a:xfrm>
          <a:prstGeom prst="rect">
            <a:avLst/>
          </a:prstGeom>
          <a:noFill/>
          <a:ln w="0">
            <a:noFill/>
          </a:ln>
        </p:spPr>
        <p:style>
          <a:lnRef idx="0"/>
          <a:fillRef idx="0"/>
          <a:effectRef idx="0"/>
          <a:fontRef idx="minor"/>
        </p:style>
        <p:txBody>
          <a:bodyPr lIns="0" rIns="0" tIns="0" bIns="0" anchor="t">
            <a:spAutoFit/>
          </a:bodyPr>
          <a:p>
            <a:pPr algn="ctr">
              <a:lnSpc>
                <a:spcPts val="5632"/>
              </a:lnSpc>
            </a:pPr>
            <a:r>
              <a:rPr b="0" lang="pt-BR" sz="5310" spc="528" strike="noStrike">
                <a:solidFill>
                  <a:srgbClr val="ffffff"/>
                </a:solidFill>
                <a:latin typeface="League Spartan"/>
                <a:ea typeface="League Spartan"/>
              </a:rPr>
              <a:t>02</a:t>
            </a:r>
            <a:endParaRPr b="0" lang="pt-BR" sz="5310" spc="-1" strike="noStrike">
              <a:latin typeface="Arial"/>
            </a:endParaRPr>
          </a:p>
        </p:txBody>
      </p:sp>
      <p:sp>
        <p:nvSpPr>
          <p:cNvPr id="133" name="TextBox 27"/>
          <p:cNvSpPr/>
          <p:nvPr/>
        </p:nvSpPr>
        <p:spPr>
          <a:xfrm>
            <a:off x="7738200" y="7152840"/>
            <a:ext cx="1679400" cy="715680"/>
          </a:xfrm>
          <a:prstGeom prst="rect">
            <a:avLst/>
          </a:prstGeom>
          <a:noFill/>
          <a:ln w="0">
            <a:noFill/>
          </a:ln>
        </p:spPr>
        <p:style>
          <a:lnRef idx="0"/>
          <a:fillRef idx="0"/>
          <a:effectRef idx="0"/>
          <a:fontRef idx="minor"/>
        </p:style>
        <p:txBody>
          <a:bodyPr lIns="0" rIns="0" tIns="0" bIns="0" anchor="t">
            <a:spAutoFit/>
          </a:bodyPr>
          <a:p>
            <a:pPr algn="ctr">
              <a:lnSpc>
                <a:spcPts val="5632"/>
              </a:lnSpc>
            </a:pPr>
            <a:r>
              <a:rPr b="0" lang="pt-BR" sz="5310" spc="528" strike="noStrike">
                <a:solidFill>
                  <a:srgbClr val="ffffff"/>
                </a:solidFill>
                <a:latin typeface="League Spartan"/>
                <a:ea typeface="League Spartan"/>
              </a:rPr>
              <a:t>03</a:t>
            </a:r>
            <a:endParaRPr b="0" lang="pt-BR" sz="5310" spc="-1" strike="noStrike">
              <a:latin typeface="Arial"/>
            </a:endParaRPr>
          </a:p>
        </p:txBody>
      </p:sp>
      <p:sp>
        <p:nvSpPr>
          <p:cNvPr id="134" name="TextBox 30"/>
          <p:cNvSpPr/>
          <p:nvPr/>
        </p:nvSpPr>
        <p:spPr>
          <a:xfrm>
            <a:off x="9180000" y="1860840"/>
            <a:ext cx="7740000" cy="1451880"/>
          </a:xfrm>
          <a:prstGeom prst="rect">
            <a:avLst/>
          </a:prstGeom>
          <a:noFill/>
          <a:ln w="0">
            <a:noFill/>
          </a:ln>
        </p:spPr>
        <p:style>
          <a:lnRef idx="0"/>
          <a:fillRef idx="0"/>
          <a:effectRef idx="0"/>
          <a:fontRef idx="minor"/>
        </p:style>
        <p:txBody>
          <a:bodyPr lIns="0" rIns="0" tIns="0" bIns="0" anchor="t">
            <a:spAutoFit/>
          </a:bodyPr>
          <a:p>
            <a:pPr algn="just">
              <a:lnSpc>
                <a:spcPts val="2857"/>
              </a:lnSpc>
            </a:pPr>
            <a:r>
              <a:rPr b="0" lang="pt-BR" sz="3040" spc="-1" strike="noStrike">
                <a:solidFill>
                  <a:srgbClr val="194a8d"/>
                </a:solidFill>
                <a:latin typeface="arial"/>
                <a:ea typeface="arial"/>
              </a:rPr>
              <a:t>De acordo com a A Pesquisa de Endividamento e Inadimplência do Consumidor (Peic) de 2025, 78,8% das famílias brasileiras estavam endividadas</a:t>
            </a:r>
            <a:endParaRPr b="0" lang="pt-BR" sz="3040" spc="-1" strike="noStrike">
              <a:latin typeface="Arial"/>
            </a:endParaRPr>
          </a:p>
        </p:txBody>
      </p:sp>
      <p:sp>
        <p:nvSpPr>
          <p:cNvPr id="135" name="TextBox 23"/>
          <p:cNvSpPr/>
          <p:nvPr/>
        </p:nvSpPr>
        <p:spPr>
          <a:xfrm>
            <a:off x="11340000" y="4316760"/>
            <a:ext cx="3780000" cy="363240"/>
          </a:xfrm>
          <a:prstGeom prst="rect">
            <a:avLst/>
          </a:prstGeom>
          <a:noFill/>
          <a:ln w="0">
            <a:noFill/>
          </a:ln>
        </p:spPr>
        <p:style>
          <a:lnRef idx="0"/>
          <a:fillRef idx="0"/>
          <a:effectRef idx="0"/>
          <a:fontRef idx="minor"/>
        </p:style>
        <p:txBody>
          <a:bodyPr lIns="0" rIns="0" tIns="0" bIns="0" anchor="t">
            <a:spAutoFit/>
          </a:bodyPr>
          <a:p>
            <a:pPr>
              <a:lnSpc>
                <a:spcPts val="2857"/>
              </a:lnSpc>
            </a:pPr>
            <a:r>
              <a:rPr b="0" lang="pt-BR" sz="3200" spc="-1" strike="noStrike">
                <a:solidFill>
                  <a:srgbClr val="194a8d"/>
                </a:solidFill>
                <a:latin typeface="arial"/>
                <a:ea typeface="arial"/>
              </a:rPr>
              <a:t>Gastos excessivos</a:t>
            </a:r>
            <a:endParaRPr b="0" lang="pt-BR" sz="3200" spc="-1" strike="noStrike">
              <a:latin typeface="Arial"/>
            </a:endParaRPr>
          </a:p>
        </p:txBody>
      </p:sp>
      <p:sp>
        <p:nvSpPr>
          <p:cNvPr id="136" name="TextBox 24"/>
          <p:cNvSpPr/>
          <p:nvPr/>
        </p:nvSpPr>
        <p:spPr>
          <a:xfrm>
            <a:off x="9180000" y="5112000"/>
            <a:ext cx="7740000" cy="1089000"/>
          </a:xfrm>
          <a:prstGeom prst="rect">
            <a:avLst/>
          </a:prstGeom>
          <a:noFill/>
          <a:ln w="0">
            <a:noFill/>
          </a:ln>
        </p:spPr>
        <p:style>
          <a:lnRef idx="0"/>
          <a:fillRef idx="0"/>
          <a:effectRef idx="0"/>
          <a:fontRef idx="minor"/>
        </p:style>
        <p:txBody>
          <a:bodyPr lIns="0" rIns="0" tIns="0" bIns="0" anchor="t">
            <a:spAutoFit/>
          </a:bodyPr>
          <a:p>
            <a:pPr algn="just">
              <a:lnSpc>
                <a:spcPts val="2857"/>
              </a:lnSpc>
            </a:pPr>
            <a:r>
              <a:rPr b="0" lang="pt-BR" sz="3040" spc="-1" strike="noStrike">
                <a:solidFill>
                  <a:srgbClr val="194a8d"/>
                </a:solidFill>
                <a:latin typeface="arial"/>
                <a:ea typeface="arial"/>
              </a:rPr>
              <a:t>40% dos brasileiros gastaram mais do que receberam em 2024, o que demonstra dificuldade no controle financeiro.(Planejar)</a:t>
            </a:r>
            <a:endParaRPr b="0" lang="pt-BR" sz="3040" spc="-1" strike="noStrike">
              <a:latin typeface="Arial"/>
            </a:endParaRPr>
          </a:p>
        </p:txBody>
      </p:sp>
      <p:sp>
        <p:nvSpPr>
          <p:cNvPr id="137" name="TextBox 32"/>
          <p:cNvSpPr/>
          <p:nvPr/>
        </p:nvSpPr>
        <p:spPr>
          <a:xfrm>
            <a:off x="11700000" y="7380000"/>
            <a:ext cx="2340000" cy="363240"/>
          </a:xfrm>
          <a:prstGeom prst="rect">
            <a:avLst/>
          </a:prstGeom>
          <a:noFill/>
          <a:ln w="0">
            <a:noFill/>
          </a:ln>
        </p:spPr>
        <p:style>
          <a:lnRef idx="0"/>
          <a:fillRef idx="0"/>
          <a:effectRef idx="0"/>
          <a:fontRef idx="minor"/>
        </p:style>
        <p:txBody>
          <a:bodyPr lIns="0" rIns="0" tIns="0" bIns="0" anchor="t">
            <a:spAutoFit/>
          </a:bodyPr>
          <a:p>
            <a:pPr>
              <a:lnSpc>
                <a:spcPts val="2857"/>
              </a:lnSpc>
            </a:pPr>
            <a:r>
              <a:rPr b="0" lang="pt-BR" sz="3200" spc="-1" strike="noStrike">
                <a:solidFill>
                  <a:srgbClr val="194a8d"/>
                </a:solidFill>
                <a:latin typeface="arial"/>
                <a:ea typeface="arial"/>
              </a:rPr>
              <a:t>Dificuldade</a:t>
            </a:r>
            <a:endParaRPr b="0" lang="pt-BR" sz="3200" spc="-1" strike="noStrike">
              <a:latin typeface="Arial"/>
            </a:endParaRPr>
          </a:p>
        </p:txBody>
      </p:sp>
      <p:sp>
        <p:nvSpPr>
          <p:cNvPr id="138" name="TextBox 33"/>
          <p:cNvSpPr/>
          <p:nvPr/>
        </p:nvSpPr>
        <p:spPr>
          <a:xfrm>
            <a:off x="9180000" y="8254080"/>
            <a:ext cx="7740000" cy="1089000"/>
          </a:xfrm>
          <a:prstGeom prst="rect">
            <a:avLst/>
          </a:prstGeom>
          <a:noFill/>
          <a:ln w="0">
            <a:noFill/>
          </a:ln>
        </p:spPr>
        <p:style>
          <a:lnRef idx="0"/>
          <a:fillRef idx="0"/>
          <a:effectRef idx="0"/>
          <a:fontRef idx="minor"/>
        </p:style>
        <p:txBody>
          <a:bodyPr lIns="0" rIns="0" tIns="0" bIns="0" anchor="t">
            <a:spAutoFit/>
          </a:bodyPr>
          <a:p>
            <a:pPr algn="just">
              <a:lnSpc>
                <a:spcPts val="2857"/>
              </a:lnSpc>
            </a:pPr>
            <a:r>
              <a:rPr b="0" lang="pt-BR" sz="3040" spc="-1" strike="noStrike">
                <a:solidFill>
                  <a:srgbClr val="194a8d"/>
                </a:solidFill>
                <a:latin typeface="arial"/>
                <a:ea typeface="arial"/>
              </a:rPr>
              <a:t>Mais da metade dos trabalhadores brasileiros, ou 54%, não conseguem fazer o salário durar até o final do mês.(Serasa)</a:t>
            </a:r>
            <a:endParaRPr b="0" lang="pt-BR" sz="304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53371"/>
            </a:gs>
            <a:gs pos="100000">
              <a:srgbClr val="4874b0"/>
            </a:gs>
          </a:gsLst>
          <a:lin ang="13500000"/>
        </a:gradFill>
      </p:bgPr>
    </p:bg>
    <p:spTree>
      <p:nvGrpSpPr>
        <p:cNvPr id="1" name=""/>
        <p:cNvGrpSpPr/>
        <p:nvPr/>
      </p:nvGrpSpPr>
      <p:grpSpPr>
        <a:xfrm>
          <a:off x="0" y="0"/>
          <a:ext cx="0" cy="0"/>
          <a:chOff x="0" y="0"/>
          <a:chExt cx="0" cy="0"/>
        </a:xfrm>
      </p:grpSpPr>
      <p:sp>
        <p:nvSpPr>
          <p:cNvPr id="139" name="Freeform 2"/>
          <p:cNvSpPr/>
          <p:nvPr/>
        </p:nvSpPr>
        <p:spPr>
          <a:xfrm flipV="1" rot="16200000">
            <a:off x="15177600" y="-1254240"/>
            <a:ext cx="2720520" cy="5228280"/>
          </a:xfrm>
          <a:custGeom>
            <a:avLst/>
            <a:gdLst>
              <a:gd name="textAreaLeft" fmla="*/ 0 w 2720520"/>
              <a:gd name="textAreaRight" fmla="*/ 2720880 w 2720520"/>
              <a:gd name="textAreaTop" fmla="*/ -360 h 5228280"/>
              <a:gd name="textAreaBottom" fmla="*/ 5228280 h 5228280"/>
            </a:gdLst>
            <a:ahLst/>
            <a:rect l="textAreaLeft" t="textAreaTop" r="textAreaRight" b="textAreaBottom"/>
            <a:pathLst>
              <a:path w="2720897" h="5228794">
                <a:moveTo>
                  <a:pt x="0" y="5228795"/>
                </a:moveTo>
                <a:lnTo>
                  <a:pt x="2720897" y="5228795"/>
                </a:lnTo>
                <a:lnTo>
                  <a:pt x="2720897" y="0"/>
                </a:lnTo>
                <a:lnTo>
                  <a:pt x="0" y="0"/>
                </a:lnTo>
                <a:lnTo>
                  <a:pt x="0" y="5228795"/>
                </a:lnTo>
                <a:close/>
              </a:path>
            </a:pathLst>
          </a:custGeom>
          <a:blipFill rotWithShape="0">
            <a:blip r:embed="rId1"/>
            <a:srcRect/>
            <a:stretch/>
          </a:blipFill>
          <a:ln w="0">
            <a:noFill/>
          </a:ln>
        </p:spPr>
        <p:style>
          <a:lnRef idx="0"/>
          <a:fillRef idx="0"/>
          <a:effectRef idx="0"/>
          <a:fontRef idx="minor"/>
        </p:style>
      </p:sp>
      <p:sp>
        <p:nvSpPr>
          <p:cNvPr id="140" name="TextBox 3"/>
          <p:cNvSpPr/>
          <p:nvPr/>
        </p:nvSpPr>
        <p:spPr>
          <a:xfrm>
            <a:off x="1750680" y="2508480"/>
            <a:ext cx="14786640" cy="1099440"/>
          </a:xfrm>
          <a:prstGeom prst="rect">
            <a:avLst/>
          </a:prstGeom>
          <a:noFill/>
          <a:ln w="0">
            <a:noFill/>
          </a:ln>
        </p:spPr>
        <p:style>
          <a:lnRef idx="0"/>
          <a:fillRef idx="0"/>
          <a:effectRef idx="0"/>
          <a:fontRef idx="minor"/>
        </p:style>
        <p:txBody>
          <a:bodyPr lIns="0" rIns="0" tIns="0" bIns="0" anchor="t">
            <a:spAutoFit/>
          </a:bodyPr>
          <a:p>
            <a:pPr algn="ctr">
              <a:lnSpc>
                <a:spcPts val="8654"/>
              </a:lnSpc>
            </a:pPr>
            <a:r>
              <a:rPr b="0" lang="pt-BR" sz="8160" spc="814" strike="noStrike">
                <a:solidFill>
                  <a:srgbClr val="ffffff"/>
                </a:solidFill>
                <a:latin typeface="League Spartan"/>
                <a:ea typeface="League Spartan"/>
              </a:rPr>
              <a:t>SERVICE ROADMAP</a:t>
            </a:r>
            <a:endParaRPr b="0" lang="pt-BR" sz="8160" spc="-1" strike="noStrike">
              <a:latin typeface="Arial"/>
            </a:endParaRPr>
          </a:p>
        </p:txBody>
      </p:sp>
      <p:sp>
        <p:nvSpPr>
          <p:cNvPr id="141" name="Freeform 4"/>
          <p:cNvSpPr/>
          <p:nvPr/>
        </p:nvSpPr>
        <p:spPr>
          <a:xfrm rot="16200000">
            <a:off x="389880" y="-1470960"/>
            <a:ext cx="2720520" cy="5228280"/>
          </a:xfrm>
          <a:custGeom>
            <a:avLst/>
            <a:gdLst>
              <a:gd name="textAreaLeft" fmla="*/ 0 w 2720520"/>
              <a:gd name="textAreaRight" fmla="*/ 2720880 w 2720520"/>
              <a:gd name="textAreaTop" fmla="*/ 0 h 5228280"/>
              <a:gd name="textAreaBottom" fmla="*/ 5228640 h 5228280"/>
            </a:gdLst>
            <a:ahLst/>
            <a:rect l="textAreaLeft" t="textAreaTop" r="textAreaRight" b="textAreaBottom"/>
            <a:pathLst>
              <a:path w="2720897" h="5228794">
                <a:moveTo>
                  <a:pt x="0" y="0"/>
                </a:moveTo>
                <a:lnTo>
                  <a:pt x="2720897" y="0"/>
                </a:lnTo>
                <a:lnTo>
                  <a:pt x="2720897" y="5228794"/>
                </a:lnTo>
                <a:lnTo>
                  <a:pt x="0" y="5228794"/>
                </a:lnTo>
                <a:lnTo>
                  <a:pt x="0" y="0"/>
                </a:lnTo>
                <a:close/>
              </a:path>
            </a:pathLst>
          </a:custGeom>
          <a:blipFill rotWithShape="0">
            <a:blip r:embed="rId2"/>
            <a:srcRect/>
            <a:stretch/>
          </a:blipFill>
          <a:ln w="0">
            <a:noFill/>
          </a:ln>
        </p:spPr>
        <p:style>
          <a:lnRef idx="0"/>
          <a:fillRef idx="0"/>
          <a:effectRef idx="0"/>
          <a:fontRef idx="minor"/>
        </p:style>
      </p:sp>
      <p:grpSp>
        <p:nvGrpSpPr>
          <p:cNvPr id="142" name="Group 5"/>
          <p:cNvGrpSpPr/>
          <p:nvPr/>
        </p:nvGrpSpPr>
        <p:grpSpPr>
          <a:xfrm>
            <a:off x="1028880" y="4793040"/>
            <a:ext cx="7752960" cy="2092680"/>
            <a:chOff x="1028880" y="4793040"/>
            <a:chExt cx="7752960" cy="2092680"/>
          </a:xfrm>
        </p:grpSpPr>
        <p:sp>
          <p:nvSpPr>
            <p:cNvPr id="143" name="Freeform 6"/>
            <p:cNvSpPr/>
            <p:nvPr/>
          </p:nvSpPr>
          <p:spPr>
            <a:xfrm>
              <a:off x="1028880" y="4906440"/>
              <a:ext cx="7752960" cy="1979280"/>
            </a:xfrm>
            <a:custGeom>
              <a:avLst/>
              <a:gdLst>
                <a:gd name="textAreaLeft" fmla="*/ 0 w 7752960"/>
                <a:gd name="textAreaRight" fmla="*/ 7753320 w 7752960"/>
                <a:gd name="textAreaTop" fmla="*/ 0 h 1979280"/>
                <a:gd name="textAreaBottom" fmla="*/ 1979640 h 1979280"/>
              </a:gdLst>
              <a:ahLst/>
              <a:rect l="textAreaLeft" t="textAreaTop" r="textAreaRight" b="textAreaBottom"/>
              <a:pathLst>
                <a:path w="3259593" h="832290">
                  <a:moveTo>
                    <a:pt x="50925" y="0"/>
                  </a:moveTo>
                  <a:lnTo>
                    <a:pt x="3208668" y="0"/>
                  </a:lnTo>
                  <a:cubicBezTo>
                    <a:pt x="3236794" y="0"/>
                    <a:pt x="3259593" y="22800"/>
                    <a:pt x="3259593" y="50925"/>
                  </a:cubicBezTo>
                  <a:lnTo>
                    <a:pt x="3259593" y="781365"/>
                  </a:lnTo>
                  <a:cubicBezTo>
                    <a:pt x="3259593" y="794871"/>
                    <a:pt x="3254228" y="807824"/>
                    <a:pt x="3244678" y="817374"/>
                  </a:cubicBezTo>
                  <a:cubicBezTo>
                    <a:pt x="3235128" y="826925"/>
                    <a:pt x="3222175" y="832290"/>
                    <a:pt x="3208668" y="832290"/>
                  </a:cubicBezTo>
                  <a:lnTo>
                    <a:pt x="50925" y="832290"/>
                  </a:lnTo>
                  <a:cubicBezTo>
                    <a:pt x="37419" y="832290"/>
                    <a:pt x="24466" y="826925"/>
                    <a:pt x="14916" y="817374"/>
                  </a:cubicBezTo>
                  <a:cubicBezTo>
                    <a:pt x="5365" y="807824"/>
                    <a:pt x="0" y="794871"/>
                    <a:pt x="0" y="781365"/>
                  </a:cubicBezTo>
                  <a:lnTo>
                    <a:pt x="0" y="50925"/>
                  </a:lnTo>
                  <a:cubicBezTo>
                    <a:pt x="0" y="37419"/>
                    <a:pt x="5365" y="24466"/>
                    <a:pt x="14916" y="14916"/>
                  </a:cubicBezTo>
                  <a:cubicBezTo>
                    <a:pt x="24466" y="5365"/>
                    <a:pt x="37419" y="0"/>
                    <a:pt x="50925" y="0"/>
                  </a:cubicBezTo>
                  <a:close/>
                </a:path>
              </a:pathLst>
            </a:custGeom>
            <a:solidFill>
              <a:srgbClr val="ffffff"/>
            </a:solidFill>
            <a:ln cap="rnd" w="38100">
              <a:solidFill>
                <a:srgbClr val="6299e4"/>
              </a:solidFill>
              <a:round/>
            </a:ln>
          </p:spPr>
          <p:style>
            <a:lnRef idx="0"/>
            <a:fillRef idx="0"/>
            <a:effectRef idx="0"/>
            <a:fontRef idx="minor"/>
          </p:style>
        </p:sp>
        <p:sp>
          <p:nvSpPr>
            <p:cNvPr id="144" name="TextBox 7"/>
            <p:cNvSpPr/>
            <p:nvPr/>
          </p:nvSpPr>
          <p:spPr>
            <a:xfrm>
              <a:off x="1028880" y="4793040"/>
              <a:ext cx="7752960" cy="2092680"/>
            </a:xfrm>
            <a:prstGeom prst="rect">
              <a:avLst/>
            </a:prstGeom>
            <a:noFill/>
            <a:ln w="0">
              <a:noFill/>
            </a:ln>
          </p:spPr>
          <p:style>
            <a:lnRef idx="0"/>
            <a:fillRef idx="0"/>
            <a:effectRef idx="0"/>
            <a:fontRef idx="minor"/>
          </p:style>
        </p:sp>
      </p:grpSp>
      <p:grpSp>
        <p:nvGrpSpPr>
          <p:cNvPr id="145" name="Group 8"/>
          <p:cNvGrpSpPr/>
          <p:nvPr/>
        </p:nvGrpSpPr>
        <p:grpSpPr>
          <a:xfrm>
            <a:off x="1028880" y="7165440"/>
            <a:ext cx="7752960" cy="2092680"/>
            <a:chOff x="1028880" y="7165440"/>
            <a:chExt cx="7752960" cy="2092680"/>
          </a:xfrm>
        </p:grpSpPr>
        <p:sp>
          <p:nvSpPr>
            <p:cNvPr id="146" name="Freeform 9"/>
            <p:cNvSpPr/>
            <p:nvPr/>
          </p:nvSpPr>
          <p:spPr>
            <a:xfrm>
              <a:off x="1028880" y="7278480"/>
              <a:ext cx="7752960" cy="1979280"/>
            </a:xfrm>
            <a:custGeom>
              <a:avLst/>
              <a:gdLst>
                <a:gd name="textAreaLeft" fmla="*/ 0 w 7752960"/>
                <a:gd name="textAreaRight" fmla="*/ 7753320 w 7752960"/>
                <a:gd name="textAreaTop" fmla="*/ 0 h 1979280"/>
                <a:gd name="textAreaBottom" fmla="*/ 1979640 h 1979280"/>
              </a:gdLst>
              <a:ahLst/>
              <a:rect l="textAreaLeft" t="textAreaTop" r="textAreaRight" b="textAreaBottom"/>
              <a:pathLst>
                <a:path w="3259593" h="832290">
                  <a:moveTo>
                    <a:pt x="50925" y="0"/>
                  </a:moveTo>
                  <a:lnTo>
                    <a:pt x="3208668" y="0"/>
                  </a:lnTo>
                  <a:cubicBezTo>
                    <a:pt x="3236794" y="0"/>
                    <a:pt x="3259593" y="22800"/>
                    <a:pt x="3259593" y="50925"/>
                  </a:cubicBezTo>
                  <a:lnTo>
                    <a:pt x="3259593" y="781365"/>
                  </a:lnTo>
                  <a:cubicBezTo>
                    <a:pt x="3259593" y="794871"/>
                    <a:pt x="3254228" y="807824"/>
                    <a:pt x="3244678" y="817374"/>
                  </a:cubicBezTo>
                  <a:cubicBezTo>
                    <a:pt x="3235128" y="826925"/>
                    <a:pt x="3222175" y="832290"/>
                    <a:pt x="3208668" y="832290"/>
                  </a:cubicBezTo>
                  <a:lnTo>
                    <a:pt x="50925" y="832290"/>
                  </a:lnTo>
                  <a:cubicBezTo>
                    <a:pt x="37419" y="832290"/>
                    <a:pt x="24466" y="826925"/>
                    <a:pt x="14916" y="817374"/>
                  </a:cubicBezTo>
                  <a:cubicBezTo>
                    <a:pt x="5365" y="807824"/>
                    <a:pt x="0" y="794871"/>
                    <a:pt x="0" y="781365"/>
                  </a:cubicBezTo>
                  <a:lnTo>
                    <a:pt x="0" y="50925"/>
                  </a:lnTo>
                  <a:cubicBezTo>
                    <a:pt x="0" y="37419"/>
                    <a:pt x="5365" y="24466"/>
                    <a:pt x="14916" y="14916"/>
                  </a:cubicBezTo>
                  <a:cubicBezTo>
                    <a:pt x="24466" y="5365"/>
                    <a:pt x="37419" y="0"/>
                    <a:pt x="50925" y="0"/>
                  </a:cubicBezTo>
                  <a:close/>
                </a:path>
              </a:pathLst>
            </a:custGeom>
            <a:solidFill>
              <a:srgbClr val="ffffff"/>
            </a:solidFill>
            <a:ln cap="rnd" w="38100">
              <a:solidFill>
                <a:srgbClr val="6299e4"/>
              </a:solidFill>
              <a:round/>
            </a:ln>
          </p:spPr>
          <p:style>
            <a:lnRef idx="0"/>
            <a:fillRef idx="0"/>
            <a:effectRef idx="0"/>
            <a:fontRef idx="minor"/>
          </p:style>
        </p:sp>
        <p:sp>
          <p:nvSpPr>
            <p:cNvPr id="147" name="TextBox 10"/>
            <p:cNvSpPr/>
            <p:nvPr/>
          </p:nvSpPr>
          <p:spPr>
            <a:xfrm>
              <a:off x="1028880" y="7165440"/>
              <a:ext cx="7752960" cy="2092680"/>
            </a:xfrm>
            <a:prstGeom prst="rect">
              <a:avLst/>
            </a:prstGeom>
            <a:noFill/>
            <a:ln w="0">
              <a:noFill/>
            </a:ln>
          </p:spPr>
          <p:style>
            <a:lnRef idx="0"/>
            <a:fillRef idx="0"/>
            <a:effectRef idx="0"/>
            <a:fontRef idx="minor"/>
          </p:style>
        </p:sp>
      </p:grpSp>
      <p:grpSp>
        <p:nvGrpSpPr>
          <p:cNvPr id="148" name="Group 11"/>
          <p:cNvGrpSpPr/>
          <p:nvPr/>
        </p:nvGrpSpPr>
        <p:grpSpPr>
          <a:xfrm>
            <a:off x="9164160" y="4793040"/>
            <a:ext cx="7752960" cy="2092680"/>
            <a:chOff x="9164160" y="4793040"/>
            <a:chExt cx="7752960" cy="2092680"/>
          </a:xfrm>
        </p:grpSpPr>
        <p:sp>
          <p:nvSpPr>
            <p:cNvPr id="149" name="Freeform 12"/>
            <p:cNvSpPr/>
            <p:nvPr/>
          </p:nvSpPr>
          <p:spPr>
            <a:xfrm>
              <a:off x="9164160" y="4906440"/>
              <a:ext cx="7752960" cy="1979280"/>
            </a:xfrm>
            <a:custGeom>
              <a:avLst/>
              <a:gdLst>
                <a:gd name="textAreaLeft" fmla="*/ 0 w 7752960"/>
                <a:gd name="textAreaRight" fmla="*/ 7753320 w 7752960"/>
                <a:gd name="textAreaTop" fmla="*/ 0 h 1979280"/>
                <a:gd name="textAreaBottom" fmla="*/ 1979640 h 1979280"/>
              </a:gdLst>
              <a:ahLst/>
              <a:rect l="textAreaLeft" t="textAreaTop" r="textAreaRight" b="textAreaBottom"/>
              <a:pathLst>
                <a:path w="3259593" h="832290">
                  <a:moveTo>
                    <a:pt x="50925" y="0"/>
                  </a:moveTo>
                  <a:lnTo>
                    <a:pt x="3208668" y="0"/>
                  </a:lnTo>
                  <a:cubicBezTo>
                    <a:pt x="3236794" y="0"/>
                    <a:pt x="3259593" y="22800"/>
                    <a:pt x="3259593" y="50925"/>
                  </a:cubicBezTo>
                  <a:lnTo>
                    <a:pt x="3259593" y="781365"/>
                  </a:lnTo>
                  <a:cubicBezTo>
                    <a:pt x="3259593" y="794871"/>
                    <a:pt x="3254228" y="807824"/>
                    <a:pt x="3244678" y="817374"/>
                  </a:cubicBezTo>
                  <a:cubicBezTo>
                    <a:pt x="3235128" y="826925"/>
                    <a:pt x="3222175" y="832290"/>
                    <a:pt x="3208668" y="832290"/>
                  </a:cubicBezTo>
                  <a:lnTo>
                    <a:pt x="50925" y="832290"/>
                  </a:lnTo>
                  <a:cubicBezTo>
                    <a:pt x="37419" y="832290"/>
                    <a:pt x="24466" y="826925"/>
                    <a:pt x="14916" y="817374"/>
                  </a:cubicBezTo>
                  <a:cubicBezTo>
                    <a:pt x="5365" y="807824"/>
                    <a:pt x="0" y="794871"/>
                    <a:pt x="0" y="781365"/>
                  </a:cubicBezTo>
                  <a:lnTo>
                    <a:pt x="0" y="50925"/>
                  </a:lnTo>
                  <a:cubicBezTo>
                    <a:pt x="0" y="37419"/>
                    <a:pt x="5365" y="24466"/>
                    <a:pt x="14916" y="14916"/>
                  </a:cubicBezTo>
                  <a:cubicBezTo>
                    <a:pt x="24466" y="5365"/>
                    <a:pt x="37419" y="0"/>
                    <a:pt x="50925" y="0"/>
                  </a:cubicBezTo>
                  <a:close/>
                </a:path>
              </a:pathLst>
            </a:custGeom>
            <a:solidFill>
              <a:srgbClr val="ffffff"/>
            </a:solidFill>
            <a:ln cap="rnd" w="38100">
              <a:solidFill>
                <a:srgbClr val="6299e4"/>
              </a:solidFill>
              <a:round/>
            </a:ln>
          </p:spPr>
          <p:style>
            <a:lnRef idx="0"/>
            <a:fillRef idx="0"/>
            <a:effectRef idx="0"/>
            <a:fontRef idx="minor"/>
          </p:style>
        </p:sp>
        <p:sp>
          <p:nvSpPr>
            <p:cNvPr id="150" name="TextBox 13"/>
            <p:cNvSpPr/>
            <p:nvPr/>
          </p:nvSpPr>
          <p:spPr>
            <a:xfrm>
              <a:off x="9164160" y="4793040"/>
              <a:ext cx="7752960" cy="2092680"/>
            </a:xfrm>
            <a:prstGeom prst="rect">
              <a:avLst/>
            </a:prstGeom>
            <a:noFill/>
            <a:ln w="0">
              <a:noFill/>
            </a:ln>
          </p:spPr>
          <p:style>
            <a:lnRef idx="0"/>
            <a:fillRef idx="0"/>
            <a:effectRef idx="0"/>
            <a:fontRef idx="minor"/>
          </p:style>
        </p:sp>
      </p:grpSp>
      <p:grpSp>
        <p:nvGrpSpPr>
          <p:cNvPr id="151" name="Group 14"/>
          <p:cNvGrpSpPr/>
          <p:nvPr/>
        </p:nvGrpSpPr>
        <p:grpSpPr>
          <a:xfrm>
            <a:off x="9164160" y="7165440"/>
            <a:ext cx="7752960" cy="2092680"/>
            <a:chOff x="9164160" y="7165440"/>
            <a:chExt cx="7752960" cy="2092680"/>
          </a:xfrm>
        </p:grpSpPr>
        <p:sp>
          <p:nvSpPr>
            <p:cNvPr id="152" name="Freeform 15"/>
            <p:cNvSpPr/>
            <p:nvPr/>
          </p:nvSpPr>
          <p:spPr>
            <a:xfrm>
              <a:off x="9164160" y="7278480"/>
              <a:ext cx="7752960" cy="1979280"/>
            </a:xfrm>
            <a:custGeom>
              <a:avLst/>
              <a:gdLst>
                <a:gd name="textAreaLeft" fmla="*/ 0 w 7752960"/>
                <a:gd name="textAreaRight" fmla="*/ 7753320 w 7752960"/>
                <a:gd name="textAreaTop" fmla="*/ 0 h 1979280"/>
                <a:gd name="textAreaBottom" fmla="*/ 1979640 h 1979280"/>
              </a:gdLst>
              <a:ahLst/>
              <a:rect l="textAreaLeft" t="textAreaTop" r="textAreaRight" b="textAreaBottom"/>
              <a:pathLst>
                <a:path w="3259593" h="832290">
                  <a:moveTo>
                    <a:pt x="50925" y="0"/>
                  </a:moveTo>
                  <a:lnTo>
                    <a:pt x="3208668" y="0"/>
                  </a:lnTo>
                  <a:cubicBezTo>
                    <a:pt x="3236794" y="0"/>
                    <a:pt x="3259593" y="22800"/>
                    <a:pt x="3259593" y="50925"/>
                  </a:cubicBezTo>
                  <a:lnTo>
                    <a:pt x="3259593" y="781365"/>
                  </a:lnTo>
                  <a:cubicBezTo>
                    <a:pt x="3259593" y="794871"/>
                    <a:pt x="3254228" y="807824"/>
                    <a:pt x="3244678" y="817374"/>
                  </a:cubicBezTo>
                  <a:cubicBezTo>
                    <a:pt x="3235128" y="826925"/>
                    <a:pt x="3222175" y="832290"/>
                    <a:pt x="3208668" y="832290"/>
                  </a:cubicBezTo>
                  <a:lnTo>
                    <a:pt x="50925" y="832290"/>
                  </a:lnTo>
                  <a:cubicBezTo>
                    <a:pt x="37419" y="832290"/>
                    <a:pt x="24466" y="826925"/>
                    <a:pt x="14916" y="817374"/>
                  </a:cubicBezTo>
                  <a:cubicBezTo>
                    <a:pt x="5365" y="807824"/>
                    <a:pt x="0" y="794871"/>
                    <a:pt x="0" y="781365"/>
                  </a:cubicBezTo>
                  <a:lnTo>
                    <a:pt x="0" y="50925"/>
                  </a:lnTo>
                  <a:cubicBezTo>
                    <a:pt x="0" y="37419"/>
                    <a:pt x="5365" y="24466"/>
                    <a:pt x="14916" y="14916"/>
                  </a:cubicBezTo>
                  <a:cubicBezTo>
                    <a:pt x="24466" y="5365"/>
                    <a:pt x="37419" y="0"/>
                    <a:pt x="50925" y="0"/>
                  </a:cubicBezTo>
                  <a:close/>
                </a:path>
              </a:pathLst>
            </a:custGeom>
            <a:solidFill>
              <a:srgbClr val="ffffff"/>
            </a:solidFill>
            <a:ln cap="rnd" w="38100">
              <a:solidFill>
                <a:srgbClr val="6299e4"/>
              </a:solidFill>
              <a:round/>
            </a:ln>
          </p:spPr>
          <p:style>
            <a:lnRef idx="0"/>
            <a:fillRef idx="0"/>
            <a:effectRef idx="0"/>
            <a:fontRef idx="minor"/>
          </p:style>
        </p:sp>
        <p:sp>
          <p:nvSpPr>
            <p:cNvPr id="153" name="TextBox 16"/>
            <p:cNvSpPr/>
            <p:nvPr/>
          </p:nvSpPr>
          <p:spPr>
            <a:xfrm>
              <a:off x="9164160" y="7165440"/>
              <a:ext cx="7752960" cy="2092680"/>
            </a:xfrm>
            <a:prstGeom prst="rect">
              <a:avLst/>
            </a:prstGeom>
            <a:noFill/>
            <a:ln w="0">
              <a:noFill/>
            </a:ln>
          </p:spPr>
          <p:style>
            <a:lnRef idx="0"/>
            <a:fillRef idx="0"/>
            <a:effectRef idx="0"/>
            <a:fontRef idx="minor"/>
          </p:style>
        </p:sp>
      </p:grpSp>
      <p:sp>
        <p:nvSpPr>
          <p:cNvPr id="154" name="TextBox 17"/>
          <p:cNvSpPr/>
          <p:nvPr/>
        </p:nvSpPr>
        <p:spPr>
          <a:xfrm>
            <a:off x="1626840" y="5247000"/>
            <a:ext cx="6718680" cy="1265400"/>
          </a:xfrm>
          <a:prstGeom prst="rect">
            <a:avLst/>
          </a:prstGeom>
          <a:noFill/>
          <a:ln w="0">
            <a:noFill/>
          </a:ln>
        </p:spPr>
        <p:style>
          <a:lnRef idx="0"/>
          <a:fillRef idx="0"/>
          <a:effectRef idx="0"/>
          <a:fontRef idx="minor"/>
        </p:style>
        <p:txBody>
          <a:bodyPr lIns="0" rIns="0" tIns="0" bIns="0" anchor="t">
            <a:spAutoFit/>
          </a:bodyPr>
          <a:p>
            <a:pPr>
              <a:lnSpc>
                <a:spcPts val="2492"/>
              </a:lnSpc>
            </a:pPr>
            <a:r>
              <a:rPr b="0" lang="pt-BR" sz="1779" spc="-1" strike="noStrike">
                <a:solidFill>
                  <a:srgbClr val="194a8d"/>
                </a:solidFill>
                <a:latin typeface="arial"/>
                <a:ea typeface="arial"/>
              </a:rPr>
              <a:t>Lorem ipsum dolor sit amet, consectetur adipiscing elit. Suspendisse quis enim pretium, bibendum ante ullamcorper, tincidunt augue. Nunc sed lorem aliquam, malesuada lectus eu, placerat lorem. Proin at aliquet sapien, vitae elementum mi. </a:t>
            </a:r>
            <a:endParaRPr b="0" lang="pt-BR" sz="1779" spc="-1" strike="noStrike">
              <a:latin typeface="Arial"/>
            </a:endParaRPr>
          </a:p>
        </p:txBody>
      </p:sp>
      <p:sp>
        <p:nvSpPr>
          <p:cNvPr id="155" name="TextBox 18"/>
          <p:cNvSpPr/>
          <p:nvPr/>
        </p:nvSpPr>
        <p:spPr>
          <a:xfrm>
            <a:off x="1626840" y="7619040"/>
            <a:ext cx="6718680" cy="1265400"/>
          </a:xfrm>
          <a:prstGeom prst="rect">
            <a:avLst/>
          </a:prstGeom>
          <a:noFill/>
          <a:ln w="0">
            <a:noFill/>
          </a:ln>
        </p:spPr>
        <p:style>
          <a:lnRef idx="0"/>
          <a:fillRef idx="0"/>
          <a:effectRef idx="0"/>
          <a:fontRef idx="minor"/>
        </p:style>
        <p:txBody>
          <a:bodyPr lIns="0" rIns="0" tIns="0" bIns="0" anchor="t">
            <a:spAutoFit/>
          </a:bodyPr>
          <a:p>
            <a:pPr>
              <a:lnSpc>
                <a:spcPts val="2492"/>
              </a:lnSpc>
            </a:pPr>
            <a:r>
              <a:rPr b="0" lang="pt-BR" sz="1779" spc="-1" strike="noStrike">
                <a:solidFill>
                  <a:srgbClr val="194a8d"/>
                </a:solidFill>
                <a:latin typeface="arial"/>
                <a:ea typeface="arial"/>
              </a:rPr>
              <a:t>Lorem ipsum dolor sit amet, consectetur adipiscing elit. Suspendisse quis enim pretium, bibendum ante ullamcorper, tincidunt augue. Nunc sed lorem aliquam, malesuada lectus eu, placerat lorem. Proin at aliquet sapien, vitae elementum mi. </a:t>
            </a:r>
            <a:endParaRPr b="0" lang="pt-BR" sz="1779" spc="-1" strike="noStrike">
              <a:latin typeface="Arial"/>
            </a:endParaRPr>
          </a:p>
        </p:txBody>
      </p:sp>
      <p:sp>
        <p:nvSpPr>
          <p:cNvPr id="156" name="TextBox 19"/>
          <p:cNvSpPr/>
          <p:nvPr/>
        </p:nvSpPr>
        <p:spPr>
          <a:xfrm>
            <a:off x="9818280" y="5247000"/>
            <a:ext cx="6718680" cy="1265400"/>
          </a:xfrm>
          <a:prstGeom prst="rect">
            <a:avLst/>
          </a:prstGeom>
          <a:noFill/>
          <a:ln w="0">
            <a:noFill/>
          </a:ln>
        </p:spPr>
        <p:style>
          <a:lnRef idx="0"/>
          <a:fillRef idx="0"/>
          <a:effectRef idx="0"/>
          <a:fontRef idx="minor"/>
        </p:style>
        <p:txBody>
          <a:bodyPr lIns="0" rIns="0" tIns="0" bIns="0" anchor="t">
            <a:spAutoFit/>
          </a:bodyPr>
          <a:p>
            <a:pPr>
              <a:lnSpc>
                <a:spcPts val="2492"/>
              </a:lnSpc>
            </a:pPr>
            <a:r>
              <a:rPr b="0" lang="pt-BR" sz="1779" spc="-1" strike="noStrike">
                <a:solidFill>
                  <a:srgbClr val="194a8d"/>
                </a:solidFill>
                <a:latin typeface="arial"/>
                <a:ea typeface="arial"/>
              </a:rPr>
              <a:t>Lorem ipsum dolor sit amet, consectetur adipiscing elit. Suspendisse quis enim pretium, bibendum ante ullamcorper, tincidunt augue. Nunc sed lorem aliquam, malesuada lectus eu, placerat lorem. Proin at aliquet sapien, vitae elementum mi. </a:t>
            </a:r>
            <a:endParaRPr b="0" lang="pt-BR" sz="1779" spc="-1" strike="noStrike">
              <a:latin typeface="Arial"/>
            </a:endParaRPr>
          </a:p>
        </p:txBody>
      </p:sp>
      <p:sp>
        <p:nvSpPr>
          <p:cNvPr id="157" name="TextBox 20"/>
          <p:cNvSpPr/>
          <p:nvPr/>
        </p:nvSpPr>
        <p:spPr>
          <a:xfrm>
            <a:off x="9818280" y="7619040"/>
            <a:ext cx="6718680" cy="1265400"/>
          </a:xfrm>
          <a:prstGeom prst="rect">
            <a:avLst/>
          </a:prstGeom>
          <a:noFill/>
          <a:ln w="0">
            <a:noFill/>
          </a:ln>
        </p:spPr>
        <p:style>
          <a:lnRef idx="0"/>
          <a:fillRef idx="0"/>
          <a:effectRef idx="0"/>
          <a:fontRef idx="minor"/>
        </p:style>
        <p:txBody>
          <a:bodyPr lIns="0" rIns="0" tIns="0" bIns="0" anchor="t">
            <a:spAutoFit/>
          </a:bodyPr>
          <a:p>
            <a:pPr>
              <a:lnSpc>
                <a:spcPts val="2492"/>
              </a:lnSpc>
            </a:pPr>
            <a:r>
              <a:rPr b="0" lang="pt-BR" sz="1779" spc="-1" strike="noStrike">
                <a:solidFill>
                  <a:srgbClr val="194a8d"/>
                </a:solidFill>
                <a:latin typeface="arial"/>
                <a:ea typeface="arial"/>
              </a:rPr>
              <a:t>Lorem ipsum dolor sit amet, consectetur adipiscing elit. Suspendisse quis enim pretium, bibendum ante ullamcorper, tincidunt augue. Nunc sed lorem aliquam, malesuada lectus eu, placerat lorem. Proin at aliquet sapien, vitae elementum mi. </a:t>
            </a:r>
            <a:endParaRPr b="0" lang="pt-BR" sz="1779"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53371"/>
            </a:gs>
            <a:gs pos="100000">
              <a:srgbClr val="4874b0"/>
            </a:gs>
          </a:gsLst>
          <a:lin ang="13500000"/>
        </a:gradFill>
      </p:bgPr>
    </p:bg>
    <p:spTree>
      <p:nvGrpSpPr>
        <p:cNvPr id="1" name=""/>
        <p:cNvGrpSpPr/>
        <p:nvPr/>
      </p:nvGrpSpPr>
      <p:grpSpPr>
        <a:xfrm>
          <a:off x="0" y="0"/>
          <a:ext cx="0" cy="0"/>
          <a:chOff x="0" y="0"/>
          <a:chExt cx="0" cy="0"/>
        </a:xfrm>
      </p:grpSpPr>
      <p:sp>
        <p:nvSpPr>
          <p:cNvPr id="158" name="Freeform 2"/>
          <p:cNvSpPr/>
          <p:nvPr/>
        </p:nvSpPr>
        <p:spPr>
          <a:xfrm flipV="1" rot="16200000">
            <a:off x="15177600" y="-1254240"/>
            <a:ext cx="2720520" cy="5228280"/>
          </a:xfrm>
          <a:custGeom>
            <a:avLst/>
            <a:gdLst>
              <a:gd name="textAreaLeft" fmla="*/ 0 w 2720520"/>
              <a:gd name="textAreaRight" fmla="*/ 2720880 w 2720520"/>
              <a:gd name="textAreaTop" fmla="*/ -360 h 5228280"/>
              <a:gd name="textAreaBottom" fmla="*/ 5228280 h 5228280"/>
            </a:gdLst>
            <a:ahLst/>
            <a:rect l="textAreaLeft" t="textAreaTop" r="textAreaRight" b="textAreaBottom"/>
            <a:pathLst>
              <a:path w="2720897" h="5228794">
                <a:moveTo>
                  <a:pt x="0" y="5228795"/>
                </a:moveTo>
                <a:lnTo>
                  <a:pt x="2720897" y="5228795"/>
                </a:lnTo>
                <a:lnTo>
                  <a:pt x="2720897" y="0"/>
                </a:lnTo>
                <a:lnTo>
                  <a:pt x="0" y="0"/>
                </a:lnTo>
                <a:lnTo>
                  <a:pt x="0" y="5228795"/>
                </a:lnTo>
                <a:close/>
              </a:path>
            </a:pathLst>
          </a:custGeom>
          <a:blipFill rotWithShape="0">
            <a:blip r:embed="rId1"/>
            <a:srcRect/>
            <a:stretch/>
          </a:blipFill>
          <a:ln w="0">
            <a:noFill/>
          </a:ln>
        </p:spPr>
        <p:style>
          <a:lnRef idx="0"/>
          <a:fillRef idx="0"/>
          <a:effectRef idx="0"/>
          <a:fontRef idx="minor"/>
        </p:style>
      </p:sp>
      <p:sp>
        <p:nvSpPr>
          <p:cNvPr id="159" name="TextBox 3"/>
          <p:cNvSpPr/>
          <p:nvPr/>
        </p:nvSpPr>
        <p:spPr>
          <a:xfrm>
            <a:off x="1750680" y="1465200"/>
            <a:ext cx="14786640" cy="2198520"/>
          </a:xfrm>
          <a:prstGeom prst="rect">
            <a:avLst/>
          </a:prstGeom>
          <a:noFill/>
          <a:ln w="0">
            <a:noFill/>
          </a:ln>
        </p:spPr>
        <p:style>
          <a:lnRef idx="0"/>
          <a:fillRef idx="0"/>
          <a:effectRef idx="0"/>
          <a:fontRef idx="minor"/>
        </p:style>
        <p:txBody>
          <a:bodyPr lIns="0" rIns="0" tIns="0" bIns="0" anchor="t">
            <a:spAutoFit/>
          </a:bodyPr>
          <a:p>
            <a:pPr algn="ctr">
              <a:lnSpc>
                <a:spcPts val="8654"/>
              </a:lnSpc>
            </a:pPr>
            <a:r>
              <a:rPr b="0" lang="pt-BR" sz="8160" spc="814" strike="noStrike">
                <a:solidFill>
                  <a:srgbClr val="ffffff"/>
                </a:solidFill>
                <a:latin typeface="League Spartan"/>
                <a:ea typeface="League Spartan"/>
              </a:rPr>
              <a:t>FINANCIAL PROJECTIONS</a:t>
            </a:r>
            <a:endParaRPr b="0" lang="pt-BR" sz="8160" spc="-1" strike="noStrike">
              <a:latin typeface="Arial"/>
            </a:endParaRPr>
          </a:p>
        </p:txBody>
      </p:sp>
      <p:sp>
        <p:nvSpPr>
          <p:cNvPr id="160" name="Freeform 4"/>
          <p:cNvSpPr/>
          <p:nvPr/>
        </p:nvSpPr>
        <p:spPr>
          <a:xfrm rot="16200000">
            <a:off x="389880" y="-1470960"/>
            <a:ext cx="2720520" cy="5228280"/>
          </a:xfrm>
          <a:custGeom>
            <a:avLst/>
            <a:gdLst>
              <a:gd name="textAreaLeft" fmla="*/ 0 w 2720520"/>
              <a:gd name="textAreaRight" fmla="*/ 2720880 w 2720520"/>
              <a:gd name="textAreaTop" fmla="*/ 0 h 5228280"/>
              <a:gd name="textAreaBottom" fmla="*/ 5228640 h 5228280"/>
            </a:gdLst>
            <a:ahLst/>
            <a:rect l="textAreaLeft" t="textAreaTop" r="textAreaRight" b="textAreaBottom"/>
            <a:pathLst>
              <a:path w="2720897" h="5228794">
                <a:moveTo>
                  <a:pt x="0" y="0"/>
                </a:moveTo>
                <a:lnTo>
                  <a:pt x="2720897" y="0"/>
                </a:lnTo>
                <a:lnTo>
                  <a:pt x="2720897" y="5228794"/>
                </a:lnTo>
                <a:lnTo>
                  <a:pt x="0" y="5228794"/>
                </a:lnTo>
                <a:lnTo>
                  <a:pt x="0" y="0"/>
                </a:lnTo>
                <a:close/>
              </a:path>
            </a:pathLst>
          </a:custGeom>
          <a:blipFill rotWithShape="0">
            <a:blip r:embed="rId2"/>
            <a:srcRect/>
            <a:stretch/>
          </a:blipFill>
          <a:ln w="0">
            <a:noFill/>
          </a:ln>
        </p:spPr>
        <p:style>
          <a:lnRef idx="0"/>
          <a:fillRef idx="0"/>
          <a:effectRef idx="0"/>
          <a:fontRef idx="minor"/>
        </p:style>
      </p:sp>
      <p:grpSp>
        <p:nvGrpSpPr>
          <p:cNvPr id="161" name="Group 5"/>
          <p:cNvGrpSpPr/>
          <p:nvPr/>
        </p:nvGrpSpPr>
        <p:grpSpPr>
          <a:xfrm>
            <a:off x="1378440" y="4416480"/>
            <a:ext cx="4919760" cy="7664760"/>
            <a:chOff x="1378440" y="4416480"/>
            <a:chExt cx="4919760" cy="7664760"/>
          </a:xfrm>
        </p:grpSpPr>
        <p:sp>
          <p:nvSpPr>
            <p:cNvPr id="162" name="Freeform 6"/>
            <p:cNvSpPr/>
            <p:nvPr/>
          </p:nvSpPr>
          <p:spPr>
            <a:xfrm>
              <a:off x="1378440" y="4597200"/>
              <a:ext cx="4919760" cy="7484040"/>
            </a:xfrm>
            <a:custGeom>
              <a:avLst/>
              <a:gdLst>
                <a:gd name="textAreaLeft" fmla="*/ 0 w 4919760"/>
                <a:gd name="textAreaRight" fmla="*/ 4920120 w 4919760"/>
                <a:gd name="textAreaTop" fmla="*/ 0 h 7484040"/>
                <a:gd name="textAreaBottom" fmla="*/ 7484400 h 7484040"/>
              </a:gdLst>
              <a:ahLst/>
              <a:rect l="textAreaLeft" t="textAreaTop" r="textAreaRight" b="textAreaBottom"/>
              <a:pathLst>
                <a:path w="1295810" h="1971185">
                  <a:moveTo>
                    <a:pt x="0" y="0"/>
                  </a:moveTo>
                  <a:lnTo>
                    <a:pt x="1295810" y="0"/>
                  </a:lnTo>
                  <a:lnTo>
                    <a:pt x="1295810" y="1971185"/>
                  </a:lnTo>
                  <a:lnTo>
                    <a:pt x="0" y="1971185"/>
                  </a:lnTo>
                  <a:close/>
                </a:path>
              </a:pathLst>
            </a:custGeom>
            <a:solidFill>
              <a:srgbClr val="ffffff"/>
            </a:solidFill>
            <a:ln w="0">
              <a:noFill/>
            </a:ln>
          </p:spPr>
          <p:style>
            <a:lnRef idx="0"/>
            <a:fillRef idx="0"/>
            <a:effectRef idx="0"/>
            <a:fontRef idx="minor"/>
          </p:style>
        </p:sp>
        <p:sp>
          <p:nvSpPr>
            <p:cNvPr id="163" name="TextBox 7"/>
            <p:cNvSpPr/>
            <p:nvPr/>
          </p:nvSpPr>
          <p:spPr>
            <a:xfrm>
              <a:off x="1378440" y="4416480"/>
              <a:ext cx="4919760" cy="7664760"/>
            </a:xfrm>
            <a:prstGeom prst="rect">
              <a:avLst/>
            </a:prstGeom>
            <a:noFill/>
            <a:ln w="0">
              <a:noFill/>
            </a:ln>
          </p:spPr>
          <p:style>
            <a:lnRef idx="0"/>
            <a:fillRef idx="0"/>
            <a:effectRef idx="0"/>
            <a:fontRef idx="minor"/>
          </p:style>
        </p:sp>
      </p:grpSp>
      <p:sp>
        <p:nvSpPr>
          <p:cNvPr id="164" name="TextBox 8"/>
          <p:cNvSpPr/>
          <p:nvPr/>
        </p:nvSpPr>
        <p:spPr>
          <a:xfrm>
            <a:off x="1750680" y="5486400"/>
            <a:ext cx="3984480" cy="991080"/>
          </a:xfrm>
          <a:prstGeom prst="rect">
            <a:avLst/>
          </a:prstGeom>
          <a:noFill/>
          <a:ln w="0">
            <a:noFill/>
          </a:ln>
        </p:spPr>
        <p:style>
          <a:lnRef idx="0"/>
          <a:fillRef idx="0"/>
          <a:effectRef idx="0"/>
          <a:fontRef idx="minor"/>
        </p:style>
        <p:txBody>
          <a:bodyPr lIns="0" rIns="0" tIns="0" bIns="0" anchor="t">
            <a:spAutoFit/>
          </a:bodyPr>
          <a:p>
            <a:pPr algn="ctr">
              <a:lnSpc>
                <a:spcPts val="3900"/>
              </a:lnSpc>
            </a:pPr>
            <a:r>
              <a:rPr b="0" lang="pt-BR" sz="3680" spc="364" strike="noStrike">
                <a:solidFill>
                  <a:srgbClr val="194a8d"/>
                </a:solidFill>
                <a:latin typeface="League Spartan"/>
                <a:ea typeface="League Spartan"/>
              </a:rPr>
              <a:t>REVENUE FORECASTS</a:t>
            </a:r>
            <a:endParaRPr b="0" lang="pt-BR" sz="3680" spc="-1" strike="noStrike">
              <a:latin typeface="Arial"/>
            </a:endParaRPr>
          </a:p>
        </p:txBody>
      </p:sp>
      <p:grpSp>
        <p:nvGrpSpPr>
          <p:cNvPr id="165" name="Group 9"/>
          <p:cNvGrpSpPr/>
          <p:nvPr/>
        </p:nvGrpSpPr>
        <p:grpSpPr>
          <a:xfrm>
            <a:off x="6684120" y="4416480"/>
            <a:ext cx="4919760" cy="7660440"/>
            <a:chOff x="6684120" y="4416480"/>
            <a:chExt cx="4919760" cy="7660440"/>
          </a:xfrm>
        </p:grpSpPr>
        <p:sp>
          <p:nvSpPr>
            <p:cNvPr id="166" name="Freeform 10"/>
            <p:cNvSpPr/>
            <p:nvPr/>
          </p:nvSpPr>
          <p:spPr>
            <a:xfrm>
              <a:off x="6684120" y="4597200"/>
              <a:ext cx="4919760" cy="7479720"/>
            </a:xfrm>
            <a:custGeom>
              <a:avLst/>
              <a:gdLst>
                <a:gd name="textAreaLeft" fmla="*/ 0 w 4919760"/>
                <a:gd name="textAreaRight" fmla="*/ 4920120 w 4919760"/>
                <a:gd name="textAreaTop" fmla="*/ 0 h 7479720"/>
                <a:gd name="textAreaBottom" fmla="*/ 7480080 h 7479720"/>
              </a:gdLst>
              <a:ahLst/>
              <a:rect l="textAreaLeft" t="textAreaTop" r="textAreaRight" b="textAreaBottom"/>
              <a:pathLst>
                <a:path w="1295810" h="1970079">
                  <a:moveTo>
                    <a:pt x="0" y="0"/>
                  </a:moveTo>
                  <a:lnTo>
                    <a:pt x="1295810" y="0"/>
                  </a:lnTo>
                  <a:lnTo>
                    <a:pt x="1295810" y="1970079"/>
                  </a:lnTo>
                  <a:lnTo>
                    <a:pt x="0" y="1970079"/>
                  </a:lnTo>
                  <a:close/>
                </a:path>
              </a:pathLst>
            </a:custGeom>
            <a:solidFill>
              <a:srgbClr val="ffffff"/>
            </a:solidFill>
            <a:ln w="0">
              <a:noFill/>
            </a:ln>
          </p:spPr>
          <p:style>
            <a:lnRef idx="0"/>
            <a:fillRef idx="0"/>
            <a:effectRef idx="0"/>
            <a:fontRef idx="minor"/>
          </p:style>
        </p:sp>
        <p:sp>
          <p:nvSpPr>
            <p:cNvPr id="167" name="TextBox 11"/>
            <p:cNvSpPr/>
            <p:nvPr/>
          </p:nvSpPr>
          <p:spPr>
            <a:xfrm>
              <a:off x="6684120" y="4416480"/>
              <a:ext cx="4919760" cy="7660440"/>
            </a:xfrm>
            <a:prstGeom prst="rect">
              <a:avLst/>
            </a:prstGeom>
            <a:noFill/>
            <a:ln w="0">
              <a:noFill/>
            </a:ln>
          </p:spPr>
          <p:style>
            <a:lnRef idx="0"/>
            <a:fillRef idx="0"/>
            <a:effectRef idx="0"/>
            <a:fontRef idx="minor"/>
          </p:style>
        </p:sp>
      </p:grpSp>
      <p:sp>
        <p:nvSpPr>
          <p:cNvPr id="168" name="TextBox 12"/>
          <p:cNvSpPr/>
          <p:nvPr/>
        </p:nvSpPr>
        <p:spPr>
          <a:xfrm>
            <a:off x="7151760" y="5486400"/>
            <a:ext cx="3984480" cy="991080"/>
          </a:xfrm>
          <a:prstGeom prst="rect">
            <a:avLst/>
          </a:prstGeom>
          <a:noFill/>
          <a:ln w="0">
            <a:noFill/>
          </a:ln>
        </p:spPr>
        <p:style>
          <a:lnRef idx="0"/>
          <a:fillRef idx="0"/>
          <a:effectRef idx="0"/>
          <a:fontRef idx="minor"/>
        </p:style>
        <p:txBody>
          <a:bodyPr lIns="0" rIns="0" tIns="0" bIns="0" anchor="t">
            <a:spAutoFit/>
          </a:bodyPr>
          <a:p>
            <a:pPr algn="ctr">
              <a:lnSpc>
                <a:spcPts val="3900"/>
              </a:lnSpc>
            </a:pPr>
            <a:r>
              <a:rPr b="0" lang="pt-BR" sz="3680" spc="364" strike="noStrike">
                <a:solidFill>
                  <a:srgbClr val="194a8d"/>
                </a:solidFill>
                <a:latin typeface="League Spartan"/>
                <a:ea typeface="League Spartan"/>
              </a:rPr>
              <a:t>EXPENSE PROJECTIONS</a:t>
            </a:r>
            <a:endParaRPr b="0" lang="pt-BR" sz="3680" spc="-1" strike="noStrike">
              <a:latin typeface="Arial"/>
            </a:endParaRPr>
          </a:p>
        </p:txBody>
      </p:sp>
      <p:grpSp>
        <p:nvGrpSpPr>
          <p:cNvPr id="169" name="Group 13"/>
          <p:cNvGrpSpPr/>
          <p:nvPr/>
        </p:nvGrpSpPr>
        <p:grpSpPr>
          <a:xfrm>
            <a:off x="11989800" y="4416480"/>
            <a:ext cx="4919760" cy="7656480"/>
            <a:chOff x="11989800" y="4416480"/>
            <a:chExt cx="4919760" cy="7656480"/>
          </a:xfrm>
        </p:grpSpPr>
        <p:sp>
          <p:nvSpPr>
            <p:cNvPr id="170" name="Freeform 14"/>
            <p:cNvSpPr/>
            <p:nvPr/>
          </p:nvSpPr>
          <p:spPr>
            <a:xfrm>
              <a:off x="11989800" y="4597200"/>
              <a:ext cx="4919760" cy="7475760"/>
            </a:xfrm>
            <a:custGeom>
              <a:avLst/>
              <a:gdLst>
                <a:gd name="textAreaLeft" fmla="*/ 0 w 4919760"/>
                <a:gd name="textAreaRight" fmla="*/ 4920120 w 4919760"/>
                <a:gd name="textAreaTop" fmla="*/ 0 h 7475760"/>
                <a:gd name="textAreaBottom" fmla="*/ 7476120 h 7475760"/>
              </a:gdLst>
              <a:ahLst/>
              <a:rect l="textAreaLeft" t="textAreaTop" r="textAreaRight" b="textAreaBottom"/>
              <a:pathLst>
                <a:path w="1295810" h="1968973">
                  <a:moveTo>
                    <a:pt x="0" y="0"/>
                  </a:moveTo>
                  <a:lnTo>
                    <a:pt x="1295810" y="0"/>
                  </a:lnTo>
                  <a:lnTo>
                    <a:pt x="1295810" y="1968973"/>
                  </a:lnTo>
                  <a:lnTo>
                    <a:pt x="0" y="1968973"/>
                  </a:lnTo>
                  <a:close/>
                </a:path>
              </a:pathLst>
            </a:custGeom>
            <a:solidFill>
              <a:srgbClr val="ffffff"/>
            </a:solidFill>
            <a:ln w="0">
              <a:noFill/>
            </a:ln>
          </p:spPr>
          <p:style>
            <a:lnRef idx="0"/>
            <a:fillRef idx="0"/>
            <a:effectRef idx="0"/>
            <a:fontRef idx="minor"/>
          </p:style>
        </p:sp>
        <p:sp>
          <p:nvSpPr>
            <p:cNvPr id="171" name="TextBox 15"/>
            <p:cNvSpPr/>
            <p:nvPr/>
          </p:nvSpPr>
          <p:spPr>
            <a:xfrm>
              <a:off x="11989800" y="4416480"/>
              <a:ext cx="4919760" cy="7656480"/>
            </a:xfrm>
            <a:prstGeom prst="rect">
              <a:avLst/>
            </a:prstGeom>
            <a:noFill/>
            <a:ln w="0">
              <a:noFill/>
            </a:ln>
          </p:spPr>
          <p:style>
            <a:lnRef idx="0"/>
            <a:fillRef idx="0"/>
            <a:effectRef idx="0"/>
            <a:fontRef idx="minor"/>
          </p:style>
        </p:sp>
      </p:grpSp>
      <p:sp>
        <p:nvSpPr>
          <p:cNvPr id="172" name="TextBox 16"/>
          <p:cNvSpPr/>
          <p:nvPr/>
        </p:nvSpPr>
        <p:spPr>
          <a:xfrm>
            <a:off x="12121920" y="5486400"/>
            <a:ext cx="4919760" cy="991080"/>
          </a:xfrm>
          <a:prstGeom prst="rect">
            <a:avLst/>
          </a:prstGeom>
          <a:noFill/>
          <a:ln w="0">
            <a:noFill/>
          </a:ln>
        </p:spPr>
        <p:style>
          <a:lnRef idx="0"/>
          <a:fillRef idx="0"/>
          <a:effectRef idx="0"/>
          <a:fontRef idx="minor"/>
        </p:style>
        <p:txBody>
          <a:bodyPr lIns="0" rIns="0" tIns="0" bIns="0" anchor="t">
            <a:spAutoFit/>
          </a:bodyPr>
          <a:p>
            <a:pPr algn="ctr">
              <a:lnSpc>
                <a:spcPts val="3900"/>
              </a:lnSpc>
            </a:pPr>
            <a:r>
              <a:rPr b="0" lang="pt-BR" sz="3680" spc="364" strike="noStrike">
                <a:solidFill>
                  <a:srgbClr val="194a8d"/>
                </a:solidFill>
                <a:latin typeface="League Spartan"/>
                <a:ea typeface="League Spartan"/>
              </a:rPr>
              <a:t>FUNDING REQUIREMENTS</a:t>
            </a:r>
            <a:endParaRPr b="0" lang="pt-BR" sz="3680" spc="-1" strike="noStrike">
              <a:latin typeface="Arial"/>
            </a:endParaRPr>
          </a:p>
        </p:txBody>
      </p:sp>
      <p:sp>
        <p:nvSpPr>
          <p:cNvPr id="173" name="TextBox 17"/>
          <p:cNvSpPr/>
          <p:nvPr/>
        </p:nvSpPr>
        <p:spPr>
          <a:xfrm>
            <a:off x="1701000" y="6739200"/>
            <a:ext cx="4083480" cy="2701080"/>
          </a:xfrm>
          <a:prstGeom prst="rect">
            <a:avLst/>
          </a:prstGeom>
          <a:noFill/>
          <a:ln w="0">
            <a:noFill/>
          </a:ln>
        </p:spPr>
        <p:style>
          <a:lnRef idx="0"/>
          <a:fillRef idx="0"/>
          <a:effectRef idx="0"/>
          <a:fontRef idx="minor"/>
        </p:style>
        <p:txBody>
          <a:bodyPr lIns="0" rIns="0" tIns="0" bIns="0" anchor="t">
            <a:spAutoFit/>
          </a:bodyPr>
          <a:p>
            <a:pPr algn="ctr">
              <a:lnSpc>
                <a:spcPts val="2659"/>
              </a:lnSpc>
            </a:pPr>
            <a:r>
              <a:rPr b="0" lang="pt-BR" sz="1900" spc="-1" strike="noStrike">
                <a:solidFill>
                  <a:srgbClr val="194a8d"/>
                </a:solidFill>
                <a:latin typeface="arial"/>
                <a:ea typeface="arial"/>
              </a:rPr>
              <a:t>Lorem ipsum dolor sit amet, consectetur adipiscing elit. Suspendisse quis enim pretium, bibendum ante ullamcorper, tincidunt augue. Nunc sed lorem aliquam, malesuada lectus eu, placerat lorem. Proin at aliquet sapien, vitae elementum mi. </a:t>
            </a:r>
            <a:endParaRPr b="0" lang="pt-BR" sz="1900" spc="-1" strike="noStrike">
              <a:latin typeface="Arial"/>
            </a:endParaRPr>
          </a:p>
        </p:txBody>
      </p:sp>
      <p:sp>
        <p:nvSpPr>
          <p:cNvPr id="174" name="TextBox 18"/>
          <p:cNvSpPr/>
          <p:nvPr/>
        </p:nvSpPr>
        <p:spPr>
          <a:xfrm>
            <a:off x="7151760" y="6729480"/>
            <a:ext cx="4083480" cy="2701080"/>
          </a:xfrm>
          <a:prstGeom prst="rect">
            <a:avLst/>
          </a:prstGeom>
          <a:noFill/>
          <a:ln w="0">
            <a:noFill/>
          </a:ln>
        </p:spPr>
        <p:style>
          <a:lnRef idx="0"/>
          <a:fillRef idx="0"/>
          <a:effectRef idx="0"/>
          <a:fontRef idx="minor"/>
        </p:style>
        <p:txBody>
          <a:bodyPr lIns="0" rIns="0" tIns="0" bIns="0" anchor="t">
            <a:spAutoFit/>
          </a:bodyPr>
          <a:p>
            <a:pPr algn="ctr">
              <a:lnSpc>
                <a:spcPts val="2659"/>
              </a:lnSpc>
            </a:pPr>
            <a:r>
              <a:rPr b="0" lang="pt-BR" sz="1900" spc="-1" strike="noStrike">
                <a:solidFill>
                  <a:srgbClr val="194a8d"/>
                </a:solidFill>
                <a:latin typeface="arial"/>
                <a:ea typeface="arial"/>
              </a:rPr>
              <a:t>Lorem ipsum dolor sit amet, consectetur adipiscing elit. Suspendisse quis enim pretium, bibendum ante ullamcorper, tincidunt augue. Nunc sed lorem aliquam, malesuada lectus eu, placerat lorem. Proin at aliquet sapien, vitae elementum mi. </a:t>
            </a:r>
            <a:endParaRPr b="0" lang="pt-BR" sz="1900" spc="-1" strike="noStrike">
              <a:latin typeface="Arial"/>
            </a:endParaRPr>
          </a:p>
        </p:txBody>
      </p:sp>
      <p:sp>
        <p:nvSpPr>
          <p:cNvPr id="175" name="TextBox 19"/>
          <p:cNvSpPr/>
          <p:nvPr/>
        </p:nvSpPr>
        <p:spPr>
          <a:xfrm>
            <a:off x="12407760" y="6729480"/>
            <a:ext cx="4083480" cy="2701080"/>
          </a:xfrm>
          <a:prstGeom prst="rect">
            <a:avLst/>
          </a:prstGeom>
          <a:noFill/>
          <a:ln w="0">
            <a:noFill/>
          </a:ln>
        </p:spPr>
        <p:style>
          <a:lnRef idx="0"/>
          <a:fillRef idx="0"/>
          <a:effectRef idx="0"/>
          <a:fontRef idx="minor"/>
        </p:style>
        <p:txBody>
          <a:bodyPr lIns="0" rIns="0" tIns="0" bIns="0" anchor="t">
            <a:spAutoFit/>
          </a:bodyPr>
          <a:p>
            <a:pPr algn="ctr">
              <a:lnSpc>
                <a:spcPts val="2659"/>
              </a:lnSpc>
            </a:pPr>
            <a:r>
              <a:rPr b="0" lang="pt-BR" sz="1900" spc="-1" strike="noStrike">
                <a:solidFill>
                  <a:srgbClr val="194a8d"/>
                </a:solidFill>
                <a:latin typeface="arial"/>
                <a:ea typeface="arial"/>
              </a:rPr>
              <a:t>Lorem ipsum dolor sit amet, consectetur adipiscing elit. Suspendisse quis enim pretium, bibendum ante ullamcorper, tincidunt augue. Nunc sed lorem aliquam, malesuada lectus eu, placerat lorem. Proin at aliquet sapien, vitae elementum mi. </a:t>
            </a:r>
            <a:endParaRPr b="0" lang="pt-BR" sz="19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53371"/>
            </a:gs>
            <a:gs pos="100000">
              <a:srgbClr val="4874b0"/>
            </a:gs>
          </a:gsLst>
          <a:lin ang="13500000"/>
        </a:gradFill>
      </p:bgPr>
    </p:bg>
    <p:spTree>
      <p:nvGrpSpPr>
        <p:cNvPr id="1" name=""/>
        <p:cNvGrpSpPr/>
        <p:nvPr/>
      </p:nvGrpSpPr>
      <p:grpSpPr>
        <a:xfrm>
          <a:off x="0" y="0"/>
          <a:ext cx="0" cy="0"/>
          <a:chOff x="0" y="0"/>
          <a:chExt cx="0" cy="0"/>
        </a:xfrm>
      </p:grpSpPr>
      <p:sp>
        <p:nvSpPr>
          <p:cNvPr id="176" name="Freeform 2"/>
          <p:cNvSpPr/>
          <p:nvPr/>
        </p:nvSpPr>
        <p:spPr>
          <a:xfrm>
            <a:off x="6635520" y="6637680"/>
            <a:ext cx="8571960" cy="4043160"/>
          </a:xfrm>
          <a:custGeom>
            <a:avLst/>
            <a:gdLst>
              <a:gd name="textAreaLeft" fmla="*/ 0 w 8571960"/>
              <a:gd name="textAreaRight" fmla="*/ 8572320 w 8571960"/>
              <a:gd name="textAreaTop" fmla="*/ 0 h 4043160"/>
              <a:gd name="textAreaBottom" fmla="*/ 4043520 h 4043160"/>
            </a:gdLst>
            <a:ahLst/>
            <a:rect l="textAreaLeft" t="textAreaTop" r="textAreaRight" b="textAreaBottom"/>
            <a:pathLst>
              <a:path w="8572348" h="4043501">
                <a:moveTo>
                  <a:pt x="0" y="0"/>
                </a:moveTo>
                <a:lnTo>
                  <a:pt x="8572348" y="0"/>
                </a:lnTo>
                <a:lnTo>
                  <a:pt x="8572348" y="4043501"/>
                </a:lnTo>
                <a:lnTo>
                  <a:pt x="0" y="4043501"/>
                </a:lnTo>
                <a:lnTo>
                  <a:pt x="0" y="0"/>
                </a:lnTo>
                <a:close/>
              </a:path>
            </a:pathLst>
          </a:custGeom>
          <a:blipFill rotWithShape="0">
            <a:blip r:embed="rId1"/>
            <a:srcRect/>
            <a:stretch/>
          </a:blipFill>
          <a:ln w="0">
            <a:noFill/>
          </a:ln>
        </p:spPr>
        <p:style>
          <a:lnRef idx="0"/>
          <a:fillRef idx="0"/>
          <a:effectRef idx="0"/>
          <a:fontRef idx="minor"/>
        </p:style>
      </p:sp>
      <p:sp>
        <p:nvSpPr>
          <p:cNvPr id="177" name="Freeform 3"/>
          <p:cNvSpPr/>
          <p:nvPr/>
        </p:nvSpPr>
        <p:spPr>
          <a:xfrm>
            <a:off x="14081400" y="1028880"/>
            <a:ext cx="4282200" cy="8229240"/>
          </a:xfrm>
          <a:custGeom>
            <a:avLst/>
            <a:gdLst>
              <a:gd name="textAreaLeft" fmla="*/ 0 w 4282200"/>
              <a:gd name="textAreaRight" fmla="*/ 4282560 w 4282200"/>
              <a:gd name="textAreaTop" fmla="*/ 0 h 8229240"/>
              <a:gd name="textAreaBottom" fmla="*/ 8229600 h 8229240"/>
            </a:gdLst>
            <a:ahLst/>
            <a:rect l="textAreaLeft" t="textAreaTop" r="textAreaRight" b="textAreaBottom"/>
            <a:pathLst>
              <a:path w="4282420" h="8229600">
                <a:moveTo>
                  <a:pt x="0" y="0"/>
                </a:moveTo>
                <a:lnTo>
                  <a:pt x="4282420" y="0"/>
                </a:lnTo>
                <a:lnTo>
                  <a:pt x="4282420" y="8229600"/>
                </a:lnTo>
                <a:lnTo>
                  <a:pt x="0" y="8229600"/>
                </a:lnTo>
                <a:lnTo>
                  <a:pt x="0" y="0"/>
                </a:lnTo>
                <a:close/>
              </a:path>
            </a:pathLst>
          </a:custGeom>
          <a:blipFill rotWithShape="0">
            <a:blip r:embed="rId2"/>
            <a:srcRect/>
            <a:stretch/>
          </a:blipFill>
          <a:ln w="0">
            <a:noFill/>
          </a:ln>
        </p:spPr>
        <p:style>
          <a:lnRef idx="0"/>
          <a:fillRef idx="0"/>
          <a:effectRef idx="0"/>
          <a:fontRef idx="minor"/>
        </p:style>
      </p:sp>
      <p:sp>
        <p:nvSpPr>
          <p:cNvPr id="178" name="Freeform 4"/>
          <p:cNvSpPr/>
          <p:nvPr/>
        </p:nvSpPr>
        <p:spPr>
          <a:xfrm flipH="1">
            <a:off x="-720" y="1028880"/>
            <a:ext cx="4282200" cy="8229240"/>
          </a:xfrm>
          <a:custGeom>
            <a:avLst/>
            <a:gdLst>
              <a:gd name="textAreaLeft" fmla="*/ -360 w 4282200"/>
              <a:gd name="textAreaRight" fmla="*/ 4282200 w 4282200"/>
              <a:gd name="textAreaTop" fmla="*/ 0 h 8229240"/>
              <a:gd name="textAreaBottom" fmla="*/ 8229600 h 8229240"/>
            </a:gdLst>
            <a:ahLst/>
            <a:rect l="textAreaLeft" t="textAreaTop" r="textAreaRight" b="textAreaBottom"/>
            <a:pathLst>
              <a:path w="4282420" h="8229600">
                <a:moveTo>
                  <a:pt x="4282420" y="0"/>
                </a:moveTo>
                <a:lnTo>
                  <a:pt x="0" y="0"/>
                </a:lnTo>
                <a:lnTo>
                  <a:pt x="0" y="8229600"/>
                </a:lnTo>
                <a:lnTo>
                  <a:pt x="4282420" y="8229600"/>
                </a:lnTo>
                <a:lnTo>
                  <a:pt x="4282420" y="0"/>
                </a:lnTo>
                <a:close/>
              </a:path>
            </a:pathLst>
          </a:custGeom>
          <a:blipFill rotWithShape="0">
            <a:blip r:embed="rId3"/>
            <a:srcRect/>
            <a:stretch/>
          </a:blipFill>
          <a:ln w="0">
            <a:noFill/>
          </a:ln>
        </p:spPr>
        <p:style>
          <a:lnRef idx="0"/>
          <a:fillRef idx="0"/>
          <a:effectRef idx="0"/>
          <a:fontRef idx="minor"/>
        </p:style>
      </p:sp>
      <p:sp>
        <p:nvSpPr>
          <p:cNvPr id="179" name="TextBox 5"/>
          <p:cNvSpPr/>
          <p:nvPr/>
        </p:nvSpPr>
        <p:spPr>
          <a:xfrm>
            <a:off x="4448880" y="4500000"/>
            <a:ext cx="9771120" cy="1674720"/>
          </a:xfrm>
          <a:prstGeom prst="rect">
            <a:avLst/>
          </a:prstGeom>
          <a:noFill/>
          <a:ln w="0">
            <a:noFill/>
          </a:ln>
        </p:spPr>
        <p:style>
          <a:lnRef idx="0"/>
          <a:fillRef idx="0"/>
          <a:effectRef idx="0"/>
          <a:fontRef idx="minor"/>
        </p:style>
        <p:txBody>
          <a:bodyPr lIns="0" rIns="0" tIns="0" bIns="0" anchor="t">
            <a:spAutoFit/>
          </a:bodyPr>
          <a:p>
            <a:pPr algn="ctr">
              <a:lnSpc>
                <a:spcPts val="13184"/>
              </a:lnSpc>
            </a:pPr>
            <a:r>
              <a:rPr b="0" lang="pt-BR" sz="12440" spc="1242" strike="noStrike">
                <a:solidFill>
                  <a:srgbClr val="ffffff"/>
                </a:solidFill>
                <a:latin typeface="League Spartan"/>
                <a:ea typeface="League Spartan"/>
              </a:rPr>
              <a:t>Obrigado!</a:t>
            </a:r>
            <a:endParaRPr b="0" lang="pt-BR" sz="12440" spc="-1" strike="noStrike">
              <a:latin typeface="Arial"/>
            </a:endParaRPr>
          </a:p>
        </p:txBody>
      </p:sp>
      <p:sp>
        <p:nvSpPr>
          <p:cNvPr id="180" name="Freeform 6"/>
          <p:cNvSpPr/>
          <p:nvPr/>
        </p:nvSpPr>
        <p:spPr>
          <a:xfrm>
            <a:off x="0" y="6637680"/>
            <a:ext cx="8571960" cy="4043160"/>
          </a:xfrm>
          <a:custGeom>
            <a:avLst/>
            <a:gdLst>
              <a:gd name="textAreaLeft" fmla="*/ 0 w 8571960"/>
              <a:gd name="textAreaRight" fmla="*/ 8572320 w 8571960"/>
              <a:gd name="textAreaTop" fmla="*/ 0 h 4043160"/>
              <a:gd name="textAreaBottom" fmla="*/ 4043520 h 4043160"/>
            </a:gdLst>
            <a:ahLst/>
            <a:rect l="textAreaLeft" t="textAreaTop" r="textAreaRight" b="textAreaBottom"/>
            <a:pathLst>
              <a:path w="8572348" h="4043501">
                <a:moveTo>
                  <a:pt x="0" y="0"/>
                </a:moveTo>
                <a:lnTo>
                  <a:pt x="8572348" y="0"/>
                </a:lnTo>
                <a:lnTo>
                  <a:pt x="8572348" y="4043501"/>
                </a:lnTo>
                <a:lnTo>
                  <a:pt x="0" y="4043501"/>
                </a:lnTo>
                <a:lnTo>
                  <a:pt x="0" y="0"/>
                </a:lnTo>
                <a:close/>
              </a:path>
            </a:pathLst>
          </a:custGeom>
          <a:blipFill rotWithShape="0">
            <a:blip r:embed="rId4"/>
            <a:srcRect/>
            <a:stretch/>
          </a:blipFill>
          <a:ln w="0">
            <a:noFill/>
          </a:ln>
        </p:spPr>
        <p:style>
          <a:lnRef idx="0"/>
          <a:fillRef idx="0"/>
          <a:effectRef idx="0"/>
          <a:fontRef idx="minor"/>
        </p:style>
      </p:sp>
      <p:sp>
        <p:nvSpPr>
          <p:cNvPr id="181" name="Freeform 7"/>
          <p:cNvSpPr/>
          <p:nvPr/>
        </p:nvSpPr>
        <p:spPr>
          <a:xfrm>
            <a:off x="13270680" y="6637680"/>
            <a:ext cx="8571960" cy="4043160"/>
          </a:xfrm>
          <a:custGeom>
            <a:avLst/>
            <a:gdLst>
              <a:gd name="textAreaLeft" fmla="*/ 0 w 8571960"/>
              <a:gd name="textAreaRight" fmla="*/ 8572320 w 8571960"/>
              <a:gd name="textAreaTop" fmla="*/ 0 h 4043160"/>
              <a:gd name="textAreaBottom" fmla="*/ 4043520 h 4043160"/>
            </a:gdLst>
            <a:ahLst/>
            <a:rect l="textAreaLeft" t="textAreaTop" r="textAreaRight" b="textAreaBottom"/>
            <a:pathLst>
              <a:path w="8572348" h="4043501">
                <a:moveTo>
                  <a:pt x="0" y="0"/>
                </a:moveTo>
                <a:lnTo>
                  <a:pt x="8572348" y="0"/>
                </a:lnTo>
                <a:lnTo>
                  <a:pt x="8572348" y="4043501"/>
                </a:lnTo>
                <a:lnTo>
                  <a:pt x="0" y="4043501"/>
                </a:lnTo>
                <a:lnTo>
                  <a:pt x="0" y="0"/>
                </a:lnTo>
                <a:close/>
              </a:path>
            </a:pathLst>
          </a:custGeom>
          <a:blipFill rotWithShape="0">
            <a:blip r:embed="rId5"/>
            <a:srcRect/>
            <a:stretch/>
          </a:blipFill>
          <a:ln w="0">
            <a:noFill/>
          </a:ln>
        </p:spPr>
        <p:style>
          <a:lnRef idx="0"/>
          <a:fillRef idx="0"/>
          <a:effectRef idx="0"/>
          <a:fontRef idx="minor"/>
        </p:style>
      </p:sp>
      <p:pic>
        <p:nvPicPr>
          <p:cNvPr id="182" name="" descr=""/>
          <p:cNvPicPr/>
          <p:nvPr/>
        </p:nvPicPr>
        <p:blipFill>
          <a:blip r:embed="rId6"/>
          <a:stretch/>
        </p:blipFill>
        <p:spPr>
          <a:xfrm>
            <a:off x="7740360" y="540000"/>
            <a:ext cx="2687400" cy="274536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56</TotalTime>
  <Application>LibreOffice/7.4.1.2$Windows_X86_64 LibreOffice_project/3c58a8f3a960df8bc8fd77b461821e42c061c5f0</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DAG5BFzjUYE</dc:identifier>
  <dc:language>pt-BR</dc:language>
  <cp:lastModifiedBy/>
  <dcterms:modified xsi:type="dcterms:W3CDTF">2025-11-18T02:49:53Z</dcterms:modified>
  <cp:revision>8</cp:revision>
  <dc:subject/>
  <dc:title>Blue and White Simple Business Plan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